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1"/>
  </p:sldMasterIdLst>
  <p:notesMasterIdLst>
    <p:notesMasterId r:id="rId10"/>
  </p:notesMasterIdLst>
  <p:handoutMasterIdLst>
    <p:handoutMasterId r:id="rId11"/>
  </p:handoutMasterIdLst>
  <p:sldIdLst>
    <p:sldId id="272" r:id="rId2"/>
    <p:sldId id="337" r:id="rId3"/>
    <p:sldId id="352" r:id="rId4"/>
    <p:sldId id="353" r:id="rId5"/>
    <p:sldId id="357" r:id="rId6"/>
    <p:sldId id="354" r:id="rId7"/>
    <p:sldId id="355" r:id="rId8"/>
    <p:sldId id="31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5F9B"/>
    <a:srgbClr val="205F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145C0A-B4BA-1447-8FB9-1BDE2C3ADA11}" v="32" dt="2026-01-06T13:24:59.4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347"/>
    <p:restoredTop sz="96311"/>
  </p:normalViewPr>
  <p:slideViewPr>
    <p:cSldViewPr snapToGrid="0">
      <p:cViewPr varScale="1">
        <p:scale>
          <a:sx n="154" d="100"/>
          <a:sy n="154" d="100"/>
        </p:scale>
        <p:origin x="592" y="20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120" d="100"/>
          <a:sy n="120" d="100"/>
        </p:scale>
        <p:origin x="4264"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nry Yelin" userId="16483953-0c2a-4fe7-892c-9940d78945a6" providerId="ADAL" clId="{30F65717-72EB-587A-BE13-6209EBD567FF}"/>
    <pc:docChg chg="undo custSel addSld delSld modSld sldOrd modMainMaster">
      <pc:chgData name="Henry Yelin" userId="16483953-0c2a-4fe7-892c-9940d78945a6" providerId="ADAL" clId="{30F65717-72EB-587A-BE13-6209EBD567FF}" dt="2026-01-06T13:24:59.406" v="10193" actId="1076"/>
      <pc:docMkLst>
        <pc:docMk/>
      </pc:docMkLst>
      <pc:sldChg chg="addSp delSp modSp mod">
        <pc:chgData name="Henry Yelin" userId="16483953-0c2a-4fe7-892c-9940d78945a6" providerId="ADAL" clId="{30F65717-72EB-587A-BE13-6209EBD567FF}" dt="2026-01-06T13:14:09.617" v="9525" actId="20577"/>
        <pc:sldMkLst>
          <pc:docMk/>
          <pc:sldMk cId="750466074" sldId="272"/>
        </pc:sldMkLst>
        <pc:spChg chg="mod">
          <ac:chgData name="Henry Yelin" userId="16483953-0c2a-4fe7-892c-9940d78945a6" providerId="ADAL" clId="{30F65717-72EB-587A-BE13-6209EBD567FF}" dt="2026-01-06T13:14:09.617" v="9525" actId="20577"/>
          <ac:spMkLst>
            <pc:docMk/>
            <pc:sldMk cId="750466074" sldId="272"/>
            <ac:spMk id="2" creationId="{3FF51AFA-717A-CF7F-9E40-5B3FCAB57964}"/>
          </ac:spMkLst>
        </pc:spChg>
      </pc:sldChg>
      <pc:sldChg chg="addSp modSp">
        <pc:chgData name="Henry Yelin" userId="16483953-0c2a-4fe7-892c-9940d78945a6" providerId="ADAL" clId="{30F65717-72EB-587A-BE13-6209EBD567FF}" dt="2026-01-06T13:24:59.406" v="10193" actId="1076"/>
        <pc:sldMkLst>
          <pc:docMk/>
          <pc:sldMk cId="3259392024" sldId="310"/>
        </pc:sldMkLst>
        <pc:picChg chg="add mod">
          <ac:chgData name="Henry Yelin" userId="16483953-0c2a-4fe7-892c-9940d78945a6" providerId="ADAL" clId="{30F65717-72EB-587A-BE13-6209EBD567FF}" dt="2026-01-06T13:24:59.406" v="10193" actId="1076"/>
          <ac:picMkLst>
            <pc:docMk/>
            <pc:sldMk cId="3259392024" sldId="310"/>
            <ac:picMk id="5" creationId="{5D006E5A-56DE-1A21-EBA7-6AC4AEE86162}"/>
          </ac:picMkLst>
        </pc:picChg>
      </pc:sldChg>
      <pc:sldChg chg="del">
        <pc:chgData name="Henry Yelin" userId="16483953-0c2a-4fe7-892c-9940d78945a6" providerId="ADAL" clId="{30F65717-72EB-587A-BE13-6209EBD567FF}" dt="2026-01-06T13:16:41.115" v="9733" actId="2696"/>
        <pc:sldMkLst>
          <pc:docMk/>
          <pc:sldMk cId="71751742" sldId="332"/>
        </pc:sldMkLst>
      </pc:sldChg>
      <pc:sldChg chg="del">
        <pc:chgData name="Henry Yelin" userId="16483953-0c2a-4fe7-892c-9940d78945a6" providerId="ADAL" clId="{30F65717-72EB-587A-BE13-6209EBD567FF}" dt="2026-01-06T13:16:41.115" v="9733" actId="2696"/>
        <pc:sldMkLst>
          <pc:docMk/>
          <pc:sldMk cId="2819511105" sldId="334"/>
        </pc:sldMkLst>
      </pc:sldChg>
      <pc:sldChg chg="addSp delSp modSp add mod">
        <pc:chgData name="Henry Yelin" userId="16483953-0c2a-4fe7-892c-9940d78945a6" providerId="ADAL" clId="{30F65717-72EB-587A-BE13-6209EBD567FF}" dt="2026-01-06T13:15:54.989" v="9712" actId="1036"/>
        <pc:sldMkLst>
          <pc:docMk/>
          <pc:sldMk cId="1186186044" sldId="337"/>
        </pc:sldMkLst>
        <pc:spChg chg="mod">
          <ac:chgData name="Henry Yelin" userId="16483953-0c2a-4fe7-892c-9940d78945a6" providerId="ADAL" clId="{30F65717-72EB-587A-BE13-6209EBD567FF}" dt="2026-01-06T13:14:40.066" v="9622" actId="20577"/>
          <ac:spMkLst>
            <pc:docMk/>
            <pc:sldMk cId="1186186044" sldId="337"/>
            <ac:spMk id="2" creationId="{58108B03-9D0F-9426-77E1-EBC07571C418}"/>
          </ac:spMkLst>
        </pc:spChg>
        <pc:spChg chg="del mod">
          <ac:chgData name="Henry Yelin" userId="16483953-0c2a-4fe7-892c-9940d78945a6" providerId="ADAL" clId="{30F65717-72EB-587A-BE13-6209EBD567FF}" dt="2026-01-06T13:14:16.797" v="9526" actId="478"/>
          <ac:spMkLst>
            <pc:docMk/>
            <pc:sldMk cId="1186186044" sldId="337"/>
            <ac:spMk id="3" creationId="{1208F3A5-5F15-490F-8E53-578B0D054EFB}"/>
          </ac:spMkLst>
        </pc:spChg>
        <pc:spChg chg="add mod">
          <ac:chgData name="Henry Yelin" userId="16483953-0c2a-4fe7-892c-9940d78945a6" providerId="ADAL" clId="{30F65717-72EB-587A-BE13-6209EBD567FF}" dt="2026-01-06T13:15:54.989" v="9712" actId="1036"/>
          <ac:spMkLst>
            <pc:docMk/>
            <pc:sldMk cId="1186186044" sldId="337"/>
            <ac:spMk id="4" creationId="{AD6DD5EE-8087-B119-ED62-D65B6FCEDB49}"/>
          </ac:spMkLst>
        </pc:spChg>
        <pc:spChg chg="add mod">
          <ac:chgData name="Henry Yelin" userId="16483953-0c2a-4fe7-892c-9940d78945a6" providerId="ADAL" clId="{30F65717-72EB-587A-BE13-6209EBD567FF}" dt="2026-01-06T13:15:31.224" v="9669" actId="6549"/>
          <ac:spMkLst>
            <pc:docMk/>
            <pc:sldMk cId="1186186044" sldId="337"/>
            <ac:spMk id="5" creationId="{A24706FB-9028-1C62-833F-765EB6DD0322}"/>
          </ac:spMkLst>
        </pc:spChg>
        <pc:spChg chg="add mod">
          <ac:chgData name="Henry Yelin" userId="16483953-0c2a-4fe7-892c-9940d78945a6" providerId="ADAL" clId="{30F65717-72EB-587A-BE13-6209EBD567FF}" dt="2026-01-06T13:14:58.832" v="9653" actId="1036"/>
          <ac:spMkLst>
            <pc:docMk/>
            <pc:sldMk cId="1186186044" sldId="337"/>
            <ac:spMk id="6" creationId="{DB50DA8E-1644-821C-5845-F520831B92C0}"/>
          </ac:spMkLst>
        </pc:spChg>
        <pc:spChg chg="add mod">
          <ac:chgData name="Henry Yelin" userId="16483953-0c2a-4fe7-892c-9940d78945a6" providerId="ADAL" clId="{30F65717-72EB-587A-BE13-6209EBD567FF}" dt="2026-01-06T13:15:35.615" v="9671" actId="20577"/>
          <ac:spMkLst>
            <pc:docMk/>
            <pc:sldMk cId="1186186044" sldId="337"/>
            <ac:spMk id="8" creationId="{7417F2A5-113C-1249-CB76-2C603C0CC578}"/>
          </ac:spMkLst>
        </pc:spChg>
        <pc:spChg chg="add mod">
          <ac:chgData name="Henry Yelin" userId="16483953-0c2a-4fe7-892c-9940d78945a6" providerId="ADAL" clId="{30F65717-72EB-587A-BE13-6209EBD567FF}" dt="2026-01-06T13:15:47.829" v="9699" actId="20577"/>
          <ac:spMkLst>
            <pc:docMk/>
            <pc:sldMk cId="1186186044" sldId="337"/>
            <ac:spMk id="9" creationId="{C323C3E5-DABD-931B-19F1-31AA7D686FE7}"/>
          </ac:spMkLst>
        </pc:spChg>
        <pc:picChg chg="add mod">
          <ac:chgData name="Henry Yelin" userId="16483953-0c2a-4fe7-892c-9940d78945a6" providerId="ADAL" clId="{30F65717-72EB-587A-BE13-6209EBD567FF}" dt="2026-01-06T13:15:15.141" v="9667" actId="1036"/>
          <ac:picMkLst>
            <pc:docMk/>
            <pc:sldMk cId="1186186044" sldId="337"/>
            <ac:picMk id="14" creationId="{C6566194-2AC0-6745-9A40-CC2170571D02}"/>
          </ac:picMkLst>
        </pc:picChg>
        <pc:cxnChg chg="add mod">
          <ac:chgData name="Henry Yelin" userId="16483953-0c2a-4fe7-892c-9940d78945a6" providerId="ADAL" clId="{30F65717-72EB-587A-BE13-6209EBD567FF}" dt="2026-01-06T13:15:22.684" v="9668" actId="208"/>
          <ac:cxnSpMkLst>
            <pc:docMk/>
            <pc:sldMk cId="1186186044" sldId="337"/>
            <ac:cxnSpMk id="10" creationId="{E523C7EA-4413-8A89-AA92-CF0E46454FDD}"/>
          </ac:cxnSpMkLst>
        </pc:cxnChg>
        <pc:cxnChg chg="add mod">
          <ac:chgData name="Henry Yelin" userId="16483953-0c2a-4fe7-892c-9940d78945a6" providerId="ADAL" clId="{30F65717-72EB-587A-BE13-6209EBD567FF}" dt="2026-01-06T13:15:22.684" v="9668" actId="208"/>
          <ac:cxnSpMkLst>
            <pc:docMk/>
            <pc:sldMk cId="1186186044" sldId="337"/>
            <ac:cxnSpMk id="11" creationId="{039C043D-A8FF-90F4-B48A-0542D570B45E}"/>
          </ac:cxnSpMkLst>
        </pc:cxnChg>
        <pc:cxnChg chg="add mod">
          <ac:chgData name="Henry Yelin" userId="16483953-0c2a-4fe7-892c-9940d78945a6" providerId="ADAL" clId="{30F65717-72EB-587A-BE13-6209EBD567FF}" dt="2026-01-06T13:15:22.684" v="9668" actId="208"/>
          <ac:cxnSpMkLst>
            <pc:docMk/>
            <pc:sldMk cId="1186186044" sldId="337"/>
            <ac:cxnSpMk id="12" creationId="{194CD56A-3D0C-D29B-53B5-2C8F90D8903B}"/>
          </ac:cxnSpMkLst>
        </pc:cxnChg>
        <pc:cxnChg chg="add mod">
          <ac:chgData name="Henry Yelin" userId="16483953-0c2a-4fe7-892c-9940d78945a6" providerId="ADAL" clId="{30F65717-72EB-587A-BE13-6209EBD567FF}" dt="2026-01-06T13:15:22.684" v="9668" actId="208"/>
          <ac:cxnSpMkLst>
            <pc:docMk/>
            <pc:sldMk cId="1186186044" sldId="337"/>
            <ac:cxnSpMk id="13" creationId="{F3DEC1E0-472C-FA20-9598-768A7812242C}"/>
          </ac:cxnSpMkLst>
        </pc:cxnChg>
      </pc:sldChg>
      <pc:sldChg chg="del">
        <pc:chgData name="Henry Yelin" userId="16483953-0c2a-4fe7-892c-9940d78945a6" providerId="ADAL" clId="{30F65717-72EB-587A-BE13-6209EBD567FF}" dt="2026-01-06T13:16:41.115" v="9733" actId="2696"/>
        <pc:sldMkLst>
          <pc:docMk/>
          <pc:sldMk cId="2260565884" sldId="340"/>
        </pc:sldMkLst>
      </pc:sldChg>
      <pc:sldChg chg="del">
        <pc:chgData name="Henry Yelin" userId="16483953-0c2a-4fe7-892c-9940d78945a6" providerId="ADAL" clId="{30F65717-72EB-587A-BE13-6209EBD567FF}" dt="2026-01-06T13:16:41.115" v="9733" actId="2696"/>
        <pc:sldMkLst>
          <pc:docMk/>
          <pc:sldMk cId="3864937568" sldId="342"/>
        </pc:sldMkLst>
      </pc:sldChg>
      <pc:sldChg chg="del">
        <pc:chgData name="Henry Yelin" userId="16483953-0c2a-4fe7-892c-9940d78945a6" providerId="ADAL" clId="{30F65717-72EB-587A-BE13-6209EBD567FF}" dt="2026-01-06T13:16:41.115" v="9733" actId="2696"/>
        <pc:sldMkLst>
          <pc:docMk/>
          <pc:sldMk cId="2902007240" sldId="345"/>
        </pc:sldMkLst>
      </pc:sldChg>
      <pc:sldChg chg="del">
        <pc:chgData name="Henry Yelin" userId="16483953-0c2a-4fe7-892c-9940d78945a6" providerId="ADAL" clId="{30F65717-72EB-587A-BE13-6209EBD567FF}" dt="2026-01-06T13:16:41.115" v="9733" actId="2696"/>
        <pc:sldMkLst>
          <pc:docMk/>
          <pc:sldMk cId="536509428" sldId="346"/>
        </pc:sldMkLst>
      </pc:sldChg>
      <pc:sldChg chg="del">
        <pc:chgData name="Henry Yelin" userId="16483953-0c2a-4fe7-892c-9940d78945a6" providerId="ADAL" clId="{30F65717-72EB-587A-BE13-6209EBD567FF}" dt="2026-01-06T13:16:41.115" v="9733" actId="2696"/>
        <pc:sldMkLst>
          <pc:docMk/>
          <pc:sldMk cId="1308831885" sldId="348"/>
        </pc:sldMkLst>
      </pc:sldChg>
      <pc:sldChg chg="del">
        <pc:chgData name="Henry Yelin" userId="16483953-0c2a-4fe7-892c-9940d78945a6" providerId="ADAL" clId="{30F65717-72EB-587A-BE13-6209EBD567FF}" dt="2026-01-06T13:16:41.115" v="9733" actId="2696"/>
        <pc:sldMkLst>
          <pc:docMk/>
          <pc:sldMk cId="963190910" sldId="349"/>
        </pc:sldMkLst>
      </pc:sldChg>
      <pc:sldChg chg="del">
        <pc:chgData name="Henry Yelin" userId="16483953-0c2a-4fe7-892c-9940d78945a6" providerId="ADAL" clId="{30F65717-72EB-587A-BE13-6209EBD567FF}" dt="2026-01-06T13:16:41.115" v="9733" actId="2696"/>
        <pc:sldMkLst>
          <pc:docMk/>
          <pc:sldMk cId="3806824961" sldId="350"/>
        </pc:sldMkLst>
      </pc:sldChg>
      <pc:sldChg chg="del">
        <pc:chgData name="Henry Yelin" userId="16483953-0c2a-4fe7-892c-9940d78945a6" providerId="ADAL" clId="{30F65717-72EB-587A-BE13-6209EBD567FF}" dt="2026-01-06T13:16:41.115" v="9733" actId="2696"/>
        <pc:sldMkLst>
          <pc:docMk/>
          <pc:sldMk cId="3851542613" sldId="351"/>
        </pc:sldMkLst>
      </pc:sldChg>
      <pc:sldChg chg="addSp delSp modSp add mod">
        <pc:chgData name="Henry Yelin" userId="16483953-0c2a-4fe7-892c-9940d78945a6" providerId="ADAL" clId="{30F65717-72EB-587A-BE13-6209EBD567FF}" dt="2026-01-06T13:18:19.875" v="9882" actId="1036"/>
        <pc:sldMkLst>
          <pc:docMk/>
          <pc:sldMk cId="3206828880" sldId="352"/>
        </pc:sldMkLst>
        <pc:spChg chg="mod">
          <ac:chgData name="Henry Yelin" userId="16483953-0c2a-4fe7-892c-9940d78945a6" providerId="ADAL" clId="{30F65717-72EB-587A-BE13-6209EBD567FF}" dt="2026-01-06T13:17:05.273" v="9766" actId="20577"/>
          <ac:spMkLst>
            <pc:docMk/>
            <pc:sldMk cId="3206828880" sldId="352"/>
            <ac:spMk id="2" creationId="{2EAE02CF-D79E-32B7-BE8A-C8E32080AF4B}"/>
          </ac:spMkLst>
        </pc:spChg>
        <pc:spChg chg="add mod">
          <ac:chgData name="Henry Yelin" userId="16483953-0c2a-4fe7-892c-9940d78945a6" providerId="ADAL" clId="{30F65717-72EB-587A-BE13-6209EBD567FF}" dt="2026-01-06T13:18:19.875" v="9882" actId="1036"/>
          <ac:spMkLst>
            <pc:docMk/>
            <pc:sldMk cId="3206828880" sldId="352"/>
            <ac:spMk id="3" creationId="{E495EA46-DA98-2B01-BC65-1B32ADB2B05C}"/>
          </ac:spMkLst>
        </pc:spChg>
        <pc:spChg chg="del">
          <ac:chgData name="Henry Yelin" userId="16483953-0c2a-4fe7-892c-9940d78945a6" providerId="ADAL" clId="{30F65717-72EB-587A-BE13-6209EBD567FF}" dt="2026-01-06T13:16:36.339" v="9732" actId="478"/>
          <ac:spMkLst>
            <pc:docMk/>
            <pc:sldMk cId="3206828880" sldId="352"/>
            <ac:spMk id="4" creationId="{C5D40DA0-E422-3904-C120-072DBDB81C2A}"/>
          </ac:spMkLst>
        </pc:spChg>
        <pc:spChg chg="del">
          <ac:chgData name="Henry Yelin" userId="16483953-0c2a-4fe7-892c-9940d78945a6" providerId="ADAL" clId="{30F65717-72EB-587A-BE13-6209EBD567FF}" dt="2026-01-06T13:16:36.339" v="9732" actId="478"/>
          <ac:spMkLst>
            <pc:docMk/>
            <pc:sldMk cId="3206828880" sldId="352"/>
            <ac:spMk id="5" creationId="{6A1B53A3-BA98-206D-833C-F3C3834D7DCD}"/>
          </ac:spMkLst>
        </pc:spChg>
        <pc:spChg chg="del">
          <ac:chgData name="Henry Yelin" userId="16483953-0c2a-4fe7-892c-9940d78945a6" providerId="ADAL" clId="{30F65717-72EB-587A-BE13-6209EBD567FF}" dt="2026-01-06T13:16:36.339" v="9732" actId="478"/>
          <ac:spMkLst>
            <pc:docMk/>
            <pc:sldMk cId="3206828880" sldId="352"/>
            <ac:spMk id="6" creationId="{45A4C3D8-26BE-5FB9-0943-76C11F8760EC}"/>
          </ac:spMkLst>
        </pc:spChg>
        <pc:spChg chg="del">
          <ac:chgData name="Henry Yelin" userId="16483953-0c2a-4fe7-892c-9940d78945a6" providerId="ADAL" clId="{30F65717-72EB-587A-BE13-6209EBD567FF}" dt="2026-01-06T13:16:36.339" v="9732" actId="478"/>
          <ac:spMkLst>
            <pc:docMk/>
            <pc:sldMk cId="3206828880" sldId="352"/>
            <ac:spMk id="8" creationId="{C45EEBD0-53C3-8859-26A9-36B263584789}"/>
          </ac:spMkLst>
        </pc:spChg>
        <pc:spChg chg="del">
          <ac:chgData name="Henry Yelin" userId="16483953-0c2a-4fe7-892c-9940d78945a6" providerId="ADAL" clId="{30F65717-72EB-587A-BE13-6209EBD567FF}" dt="2026-01-06T13:16:36.339" v="9732" actId="478"/>
          <ac:spMkLst>
            <pc:docMk/>
            <pc:sldMk cId="3206828880" sldId="352"/>
            <ac:spMk id="9" creationId="{9FE9C2C6-BB2E-1415-C8F4-16B121E0468D}"/>
          </ac:spMkLst>
        </pc:spChg>
        <pc:spChg chg="mod">
          <ac:chgData name="Henry Yelin" userId="16483953-0c2a-4fe7-892c-9940d78945a6" providerId="ADAL" clId="{30F65717-72EB-587A-BE13-6209EBD567FF}" dt="2026-01-06T13:17:21.812" v="9776" actId="207"/>
          <ac:spMkLst>
            <pc:docMk/>
            <pc:sldMk cId="3206828880" sldId="352"/>
            <ac:spMk id="21" creationId="{28EEB352-EF06-285C-42FE-AD5DF7C888EA}"/>
          </ac:spMkLst>
        </pc:spChg>
        <pc:spChg chg="mod">
          <ac:chgData name="Henry Yelin" userId="16483953-0c2a-4fe7-892c-9940d78945a6" providerId="ADAL" clId="{30F65717-72EB-587A-BE13-6209EBD567FF}" dt="2026-01-06T13:16:56.384" v="9738"/>
          <ac:spMkLst>
            <pc:docMk/>
            <pc:sldMk cId="3206828880" sldId="352"/>
            <ac:spMk id="22" creationId="{7419B9F5-83EA-23BB-8940-AA05118956F8}"/>
          </ac:spMkLst>
        </pc:spChg>
        <pc:spChg chg="mod">
          <ac:chgData name="Henry Yelin" userId="16483953-0c2a-4fe7-892c-9940d78945a6" providerId="ADAL" clId="{30F65717-72EB-587A-BE13-6209EBD567FF}" dt="2026-01-06T13:17:21.812" v="9776" actId="207"/>
          <ac:spMkLst>
            <pc:docMk/>
            <pc:sldMk cId="3206828880" sldId="352"/>
            <ac:spMk id="24" creationId="{7704F7C8-FADE-22A8-4215-0099A3147740}"/>
          </ac:spMkLst>
        </pc:spChg>
        <pc:spChg chg="mod">
          <ac:chgData name="Henry Yelin" userId="16483953-0c2a-4fe7-892c-9940d78945a6" providerId="ADAL" clId="{30F65717-72EB-587A-BE13-6209EBD567FF}" dt="2026-01-06T13:16:56.384" v="9738"/>
          <ac:spMkLst>
            <pc:docMk/>
            <pc:sldMk cId="3206828880" sldId="352"/>
            <ac:spMk id="25" creationId="{EDB0C858-FB19-19B2-EE6F-88960634024A}"/>
          </ac:spMkLst>
        </pc:spChg>
        <pc:spChg chg="mod">
          <ac:chgData name="Henry Yelin" userId="16483953-0c2a-4fe7-892c-9940d78945a6" providerId="ADAL" clId="{30F65717-72EB-587A-BE13-6209EBD567FF}" dt="2026-01-06T13:17:21.812" v="9776" actId="207"/>
          <ac:spMkLst>
            <pc:docMk/>
            <pc:sldMk cId="3206828880" sldId="352"/>
            <ac:spMk id="27" creationId="{59FE8883-0806-2050-2093-4545B83701AB}"/>
          </ac:spMkLst>
        </pc:spChg>
        <pc:spChg chg="mod">
          <ac:chgData name="Henry Yelin" userId="16483953-0c2a-4fe7-892c-9940d78945a6" providerId="ADAL" clId="{30F65717-72EB-587A-BE13-6209EBD567FF}" dt="2026-01-06T13:18:04.098" v="9864" actId="20577"/>
          <ac:spMkLst>
            <pc:docMk/>
            <pc:sldMk cId="3206828880" sldId="352"/>
            <ac:spMk id="28" creationId="{1B84D457-2AB3-6A65-EBEC-CA13EAE50FD8}"/>
          </ac:spMkLst>
        </pc:spChg>
        <pc:spChg chg="mod">
          <ac:chgData name="Henry Yelin" userId="16483953-0c2a-4fe7-892c-9940d78945a6" providerId="ADAL" clId="{30F65717-72EB-587A-BE13-6209EBD567FF}" dt="2026-01-06T13:17:21.812" v="9776" actId="207"/>
          <ac:spMkLst>
            <pc:docMk/>
            <pc:sldMk cId="3206828880" sldId="352"/>
            <ac:spMk id="30" creationId="{893F3B59-A4B1-7790-878A-17B02C98D665}"/>
          </ac:spMkLst>
        </pc:spChg>
        <pc:spChg chg="mod">
          <ac:chgData name="Henry Yelin" userId="16483953-0c2a-4fe7-892c-9940d78945a6" providerId="ADAL" clId="{30F65717-72EB-587A-BE13-6209EBD567FF}" dt="2026-01-06T13:16:56.384" v="9738"/>
          <ac:spMkLst>
            <pc:docMk/>
            <pc:sldMk cId="3206828880" sldId="352"/>
            <ac:spMk id="31" creationId="{7EEC84FC-BB9F-313D-2A27-599B621C8E6A}"/>
          </ac:spMkLst>
        </pc:spChg>
        <pc:spChg chg="mod">
          <ac:chgData name="Henry Yelin" userId="16483953-0c2a-4fe7-892c-9940d78945a6" providerId="ADAL" clId="{30F65717-72EB-587A-BE13-6209EBD567FF}" dt="2026-01-06T13:17:21.812" v="9776" actId="207"/>
          <ac:spMkLst>
            <pc:docMk/>
            <pc:sldMk cId="3206828880" sldId="352"/>
            <ac:spMk id="33" creationId="{E995C85B-2AC8-1EB1-BD99-33F9594B0162}"/>
          </ac:spMkLst>
        </pc:spChg>
        <pc:spChg chg="mod">
          <ac:chgData name="Henry Yelin" userId="16483953-0c2a-4fe7-892c-9940d78945a6" providerId="ADAL" clId="{30F65717-72EB-587A-BE13-6209EBD567FF}" dt="2026-01-06T13:17:50.987" v="9860" actId="20577"/>
          <ac:spMkLst>
            <pc:docMk/>
            <pc:sldMk cId="3206828880" sldId="352"/>
            <ac:spMk id="34" creationId="{E7AE8CC3-FB72-1CC6-6587-D54C16434842}"/>
          </ac:spMkLst>
        </pc:spChg>
        <pc:grpChg chg="mod">
          <ac:chgData name="Henry Yelin" userId="16483953-0c2a-4fe7-892c-9940d78945a6" providerId="ADAL" clId="{30F65717-72EB-587A-BE13-6209EBD567FF}" dt="2026-01-06T13:18:19.875" v="9882" actId="1036"/>
          <ac:grpSpMkLst>
            <pc:docMk/>
            <pc:sldMk cId="3206828880" sldId="352"/>
            <ac:grpSpMk id="15" creationId="{B92799E0-E25F-E79D-CEB7-FB252C0E10D6}"/>
          </ac:grpSpMkLst>
        </pc:grpChg>
        <pc:picChg chg="del">
          <ac:chgData name="Henry Yelin" userId="16483953-0c2a-4fe7-892c-9940d78945a6" providerId="ADAL" clId="{30F65717-72EB-587A-BE13-6209EBD567FF}" dt="2026-01-06T13:16:36.339" v="9732" actId="478"/>
          <ac:picMkLst>
            <pc:docMk/>
            <pc:sldMk cId="3206828880" sldId="352"/>
            <ac:picMk id="14" creationId="{4B8F6BEB-7D12-1FFA-142C-667755E4FB37}"/>
          </ac:picMkLst>
        </pc:picChg>
        <pc:cxnChg chg="del">
          <ac:chgData name="Henry Yelin" userId="16483953-0c2a-4fe7-892c-9940d78945a6" providerId="ADAL" clId="{30F65717-72EB-587A-BE13-6209EBD567FF}" dt="2026-01-06T13:16:36.339" v="9732" actId="478"/>
          <ac:cxnSpMkLst>
            <pc:docMk/>
            <pc:sldMk cId="3206828880" sldId="352"/>
            <ac:cxnSpMk id="10" creationId="{D20A3D27-3D19-AB15-A6FB-57E11EDEC880}"/>
          </ac:cxnSpMkLst>
        </pc:cxnChg>
        <pc:cxnChg chg="del">
          <ac:chgData name="Henry Yelin" userId="16483953-0c2a-4fe7-892c-9940d78945a6" providerId="ADAL" clId="{30F65717-72EB-587A-BE13-6209EBD567FF}" dt="2026-01-06T13:16:36.339" v="9732" actId="478"/>
          <ac:cxnSpMkLst>
            <pc:docMk/>
            <pc:sldMk cId="3206828880" sldId="352"/>
            <ac:cxnSpMk id="11" creationId="{36200B63-FFE7-41E7-AA72-02395CAB1629}"/>
          </ac:cxnSpMkLst>
        </pc:cxnChg>
        <pc:cxnChg chg="del">
          <ac:chgData name="Henry Yelin" userId="16483953-0c2a-4fe7-892c-9940d78945a6" providerId="ADAL" clId="{30F65717-72EB-587A-BE13-6209EBD567FF}" dt="2026-01-06T13:16:36.339" v="9732" actId="478"/>
          <ac:cxnSpMkLst>
            <pc:docMk/>
            <pc:sldMk cId="3206828880" sldId="352"/>
            <ac:cxnSpMk id="12" creationId="{CF7E5E45-F6CD-E3F7-9AD6-0B6C03F61837}"/>
          </ac:cxnSpMkLst>
        </pc:cxnChg>
        <pc:cxnChg chg="del">
          <ac:chgData name="Henry Yelin" userId="16483953-0c2a-4fe7-892c-9940d78945a6" providerId="ADAL" clId="{30F65717-72EB-587A-BE13-6209EBD567FF}" dt="2026-01-06T13:16:36.339" v="9732" actId="478"/>
          <ac:cxnSpMkLst>
            <pc:docMk/>
            <pc:sldMk cId="3206828880" sldId="352"/>
            <ac:cxnSpMk id="13" creationId="{05A899EB-7798-990B-DBC2-857DAA4F4057}"/>
          </ac:cxnSpMkLst>
        </pc:cxnChg>
      </pc:sldChg>
      <pc:sldChg chg="addSp modSp add mod">
        <pc:chgData name="Henry Yelin" userId="16483953-0c2a-4fe7-892c-9940d78945a6" providerId="ADAL" clId="{30F65717-72EB-587A-BE13-6209EBD567FF}" dt="2026-01-06T13:21:34.049" v="10055" actId="1036"/>
        <pc:sldMkLst>
          <pc:docMk/>
          <pc:sldMk cId="3101126884" sldId="353"/>
        </pc:sldMkLst>
        <pc:spChg chg="mod">
          <ac:chgData name="Henry Yelin" userId="16483953-0c2a-4fe7-892c-9940d78945a6" providerId="ADAL" clId="{30F65717-72EB-587A-BE13-6209EBD567FF}" dt="2026-01-06T13:19:10.576" v="9908" actId="20577"/>
          <ac:spMkLst>
            <pc:docMk/>
            <pc:sldMk cId="3101126884" sldId="353"/>
            <ac:spMk id="2" creationId="{02892EF0-B361-AAE7-BB8B-5E2DA6E43A20}"/>
          </ac:spMkLst>
        </pc:spChg>
        <pc:spChg chg="add mod">
          <ac:chgData name="Henry Yelin" userId="16483953-0c2a-4fe7-892c-9940d78945a6" providerId="ADAL" clId="{30F65717-72EB-587A-BE13-6209EBD567FF}" dt="2026-01-06T13:21:34.049" v="10055" actId="1036"/>
          <ac:spMkLst>
            <pc:docMk/>
            <pc:sldMk cId="3101126884" sldId="353"/>
            <ac:spMk id="3" creationId="{134A5134-4921-8957-2CF6-F328EB6F62E0}"/>
          </ac:spMkLst>
        </pc:spChg>
        <pc:spChg chg="add mod">
          <ac:chgData name="Henry Yelin" userId="16483953-0c2a-4fe7-892c-9940d78945a6" providerId="ADAL" clId="{30F65717-72EB-587A-BE13-6209EBD567FF}" dt="2026-01-06T13:21:34.049" v="10055" actId="1036"/>
          <ac:spMkLst>
            <pc:docMk/>
            <pc:sldMk cId="3101126884" sldId="353"/>
            <ac:spMk id="4" creationId="{1A099227-E8CA-42FA-41D5-EC78D8FB6E7B}"/>
          </ac:spMkLst>
        </pc:spChg>
        <pc:spChg chg="add mod">
          <ac:chgData name="Henry Yelin" userId="16483953-0c2a-4fe7-892c-9940d78945a6" providerId="ADAL" clId="{30F65717-72EB-587A-BE13-6209EBD567FF}" dt="2026-01-06T13:21:34.049" v="10055" actId="1036"/>
          <ac:spMkLst>
            <pc:docMk/>
            <pc:sldMk cId="3101126884" sldId="353"/>
            <ac:spMk id="5" creationId="{C046B4ED-B363-C6AB-9DB2-1C7B8A687C95}"/>
          </ac:spMkLst>
        </pc:spChg>
        <pc:spChg chg="add mod">
          <ac:chgData name="Henry Yelin" userId="16483953-0c2a-4fe7-892c-9940d78945a6" providerId="ADAL" clId="{30F65717-72EB-587A-BE13-6209EBD567FF}" dt="2026-01-06T13:21:34.049" v="10055" actId="1036"/>
          <ac:spMkLst>
            <pc:docMk/>
            <pc:sldMk cId="3101126884" sldId="353"/>
            <ac:spMk id="6" creationId="{8DCEB903-98FF-5718-83CF-68DC34090EAD}"/>
          </ac:spMkLst>
        </pc:spChg>
        <pc:spChg chg="add mod">
          <ac:chgData name="Henry Yelin" userId="16483953-0c2a-4fe7-892c-9940d78945a6" providerId="ADAL" clId="{30F65717-72EB-587A-BE13-6209EBD567FF}" dt="2026-01-06T13:21:34.049" v="10055" actId="1036"/>
          <ac:spMkLst>
            <pc:docMk/>
            <pc:sldMk cId="3101126884" sldId="353"/>
            <ac:spMk id="9" creationId="{1E968600-D432-F485-121B-12B5AFF5D054}"/>
          </ac:spMkLst>
        </pc:spChg>
        <pc:cxnChg chg="add mod">
          <ac:chgData name="Henry Yelin" userId="16483953-0c2a-4fe7-892c-9940d78945a6" providerId="ADAL" clId="{30F65717-72EB-587A-BE13-6209EBD567FF}" dt="2026-01-06T13:21:34.049" v="10055" actId="1036"/>
          <ac:cxnSpMkLst>
            <pc:docMk/>
            <pc:sldMk cId="3101126884" sldId="353"/>
            <ac:cxnSpMk id="8" creationId="{20D03FE0-3169-46FF-9318-7B232FAB3F2D}"/>
          </ac:cxnSpMkLst>
        </pc:cxnChg>
      </pc:sldChg>
      <pc:sldChg chg="addSp modSp add mod">
        <pc:chgData name="Henry Yelin" userId="16483953-0c2a-4fe7-892c-9940d78945a6" providerId="ADAL" clId="{30F65717-72EB-587A-BE13-6209EBD567FF}" dt="2026-01-06T13:23:33.622" v="10132" actId="1076"/>
        <pc:sldMkLst>
          <pc:docMk/>
          <pc:sldMk cId="3602872249" sldId="354"/>
        </pc:sldMkLst>
        <pc:spChg chg="mod">
          <ac:chgData name="Henry Yelin" userId="16483953-0c2a-4fe7-892c-9940d78945a6" providerId="ADAL" clId="{30F65717-72EB-587A-BE13-6209EBD567FF}" dt="2026-01-06T13:22:42.989" v="10088" actId="20577"/>
          <ac:spMkLst>
            <pc:docMk/>
            <pc:sldMk cId="3602872249" sldId="354"/>
            <ac:spMk id="2" creationId="{0B99CCD9-A43A-50C0-FEFF-F7E4C9A033AF}"/>
          </ac:spMkLst>
        </pc:spChg>
        <pc:spChg chg="add mod">
          <ac:chgData name="Henry Yelin" userId="16483953-0c2a-4fe7-892c-9940d78945a6" providerId="ADAL" clId="{30F65717-72EB-587A-BE13-6209EBD567FF}" dt="2026-01-06T13:22:51.490" v="10099" actId="14100"/>
          <ac:spMkLst>
            <pc:docMk/>
            <pc:sldMk cId="3602872249" sldId="354"/>
            <ac:spMk id="3" creationId="{F3E46C5B-3DB3-C7E0-6561-B4A5C0793E58}"/>
          </ac:spMkLst>
        </pc:spChg>
        <pc:spChg chg="mod">
          <ac:chgData name="Henry Yelin" userId="16483953-0c2a-4fe7-892c-9940d78945a6" providerId="ADAL" clId="{30F65717-72EB-587A-BE13-6209EBD567FF}" dt="2026-01-06T13:22:37.669" v="10062"/>
          <ac:spMkLst>
            <pc:docMk/>
            <pc:sldMk cId="3602872249" sldId="354"/>
            <ac:spMk id="5" creationId="{389645E1-BA39-81FD-5BB9-A64233E3FE71}"/>
          </ac:spMkLst>
        </pc:spChg>
        <pc:spChg chg="mod">
          <ac:chgData name="Henry Yelin" userId="16483953-0c2a-4fe7-892c-9940d78945a6" providerId="ADAL" clId="{30F65717-72EB-587A-BE13-6209EBD567FF}" dt="2026-01-06T13:22:37.669" v="10062"/>
          <ac:spMkLst>
            <pc:docMk/>
            <pc:sldMk cId="3602872249" sldId="354"/>
            <ac:spMk id="8" creationId="{97E9DB45-BF3F-62C9-1113-73A97EB95478}"/>
          </ac:spMkLst>
        </pc:spChg>
        <pc:spChg chg="mod">
          <ac:chgData name="Henry Yelin" userId="16483953-0c2a-4fe7-892c-9940d78945a6" providerId="ADAL" clId="{30F65717-72EB-587A-BE13-6209EBD567FF}" dt="2026-01-06T13:22:37.669" v="10062"/>
          <ac:spMkLst>
            <pc:docMk/>
            <pc:sldMk cId="3602872249" sldId="354"/>
            <ac:spMk id="9" creationId="{A864E369-F0BD-B460-4AFC-DC1289C245B5}"/>
          </ac:spMkLst>
        </pc:spChg>
        <pc:spChg chg="mod">
          <ac:chgData name="Henry Yelin" userId="16483953-0c2a-4fe7-892c-9940d78945a6" providerId="ADAL" clId="{30F65717-72EB-587A-BE13-6209EBD567FF}" dt="2026-01-06T13:22:37.669" v="10062"/>
          <ac:spMkLst>
            <pc:docMk/>
            <pc:sldMk cId="3602872249" sldId="354"/>
            <ac:spMk id="10" creationId="{E1333587-363E-0E14-392B-B89D3C931726}"/>
          </ac:spMkLst>
        </pc:spChg>
        <pc:spChg chg="mod">
          <ac:chgData name="Henry Yelin" userId="16483953-0c2a-4fe7-892c-9940d78945a6" providerId="ADAL" clId="{30F65717-72EB-587A-BE13-6209EBD567FF}" dt="2026-01-06T13:22:37.669" v="10062"/>
          <ac:spMkLst>
            <pc:docMk/>
            <pc:sldMk cId="3602872249" sldId="354"/>
            <ac:spMk id="11" creationId="{A7BDCC56-E607-6EE9-20F4-833B708EEBD9}"/>
          </ac:spMkLst>
        </pc:spChg>
        <pc:spChg chg="mod">
          <ac:chgData name="Henry Yelin" userId="16483953-0c2a-4fe7-892c-9940d78945a6" providerId="ADAL" clId="{30F65717-72EB-587A-BE13-6209EBD567FF}" dt="2026-01-06T13:23:02.854" v="10102" actId="20577"/>
          <ac:spMkLst>
            <pc:docMk/>
            <pc:sldMk cId="3602872249" sldId="354"/>
            <ac:spMk id="12" creationId="{57F6E24B-28DA-A94B-CD8F-B9DC8BAA170A}"/>
          </ac:spMkLst>
        </pc:spChg>
        <pc:spChg chg="mod">
          <ac:chgData name="Henry Yelin" userId="16483953-0c2a-4fe7-892c-9940d78945a6" providerId="ADAL" clId="{30F65717-72EB-587A-BE13-6209EBD567FF}" dt="2026-01-06T13:23:19.717" v="10130" actId="207"/>
          <ac:spMkLst>
            <pc:docMk/>
            <pc:sldMk cId="3602872249" sldId="354"/>
            <ac:spMk id="13" creationId="{45C0BBA0-73E0-9C03-E16A-CBFDB9D61443}"/>
          </ac:spMkLst>
        </pc:spChg>
        <pc:spChg chg="mod">
          <ac:chgData name="Henry Yelin" userId="16483953-0c2a-4fe7-892c-9940d78945a6" providerId="ADAL" clId="{30F65717-72EB-587A-BE13-6209EBD567FF}" dt="2026-01-06T13:22:37.669" v="10062"/>
          <ac:spMkLst>
            <pc:docMk/>
            <pc:sldMk cId="3602872249" sldId="354"/>
            <ac:spMk id="14" creationId="{AA703DED-2F68-4F9B-F869-18831CBDE08A}"/>
          </ac:spMkLst>
        </pc:spChg>
        <pc:spChg chg="mod">
          <ac:chgData name="Henry Yelin" userId="16483953-0c2a-4fe7-892c-9940d78945a6" providerId="ADAL" clId="{30F65717-72EB-587A-BE13-6209EBD567FF}" dt="2026-01-06T13:23:19.717" v="10130" actId="207"/>
          <ac:spMkLst>
            <pc:docMk/>
            <pc:sldMk cId="3602872249" sldId="354"/>
            <ac:spMk id="15" creationId="{AA908A07-E06B-2EA2-1A3E-F0941D59DFF4}"/>
          </ac:spMkLst>
        </pc:spChg>
        <pc:grpChg chg="mod">
          <ac:chgData name="Henry Yelin" userId="16483953-0c2a-4fe7-892c-9940d78945a6" providerId="ADAL" clId="{30F65717-72EB-587A-BE13-6209EBD567FF}" dt="2026-01-06T13:23:13.309" v="10129" actId="1038"/>
          <ac:grpSpMkLst>
            <pc:docMk/>
            <pc:sldMk cId="3602872249" sldId="354"/>
            <ac:grpSpMk id="4" creationId="{CF598B96-75EB-F6F3-2983-89BBFAF75FF0}"/>
          </ac:grpSpMkLst>
        </pc:grpChg>
        <pc:picChg chg="add mod">
          <ac:chgData name="Henry Yelin" userId="16483953-0c2a-4fe7-892c-9940d78945a6" providerId="ADAL" clId="{30F65717-72EB-587A-BE13-6209EBD567FF}" dt="2026-01-06T13:23:33.622" v="10132" actId="1076"/>
          <ac:picMkLst>
            <pc:docMk/>
            <pc:sldMk cId="3602872249" sldId="354"/>
            <ac:picMk id="16" creationId="{CCA46B97-2FCD-BC9C-ACA5-7D3910EBD9EA}"/>
          </ac:picMkLst>
        </pc:picChg>
      </pc:sldChg>
      <pc:sldChg chg="addSp modSp add mod">
        <pc:chgData name="Henry Yelin" userId="16483953-0c2a-4fe7-892c-9940d78945a6" providerId="ADAL" clId="{30F65717-72EB-587A-BE13-6209EBD567FF}" dt="2026-01-06T13:24:44.808" v="10190" actId="20577"/>
        <pc:sldMkLst>
          <pc:docMk/>
          <pc:sldMk cId="364453440" sldId="355"/>
        </pc:sldMkLst>
        <pc:spChg chg="mod">
          <ac:chgData name="Henry Yelin" userId="16483953-0c2a-4fe7-892c-9940d78945a6" providerId="ADAL" clId="{30F65717-72EB-587A-BE13-6209EBD567FF}" dt="2026-01-06T13:23:47.824" v="10161" actId="20577"/>
          <ac:spMkLst>
            <pc:docMk/>
            <pc:sldMk cId="364453440" sldId="355"/>
            <ac:spMk id="2" creationId="{37B28384-7427-5798-B450-6922FEB2373C}"/>
          </ac:spMkLst>
        </pc:spChg>
        <pc:spChg chg="add mod">
          <ac:chgData name="Henry Yelin" userId="16483953-0c2a-4fe7-892c-9940d78945a6" providerId="ADAL" clId="{30F65717-72EB-587A-BE13-6209EBD567FF}" dt="2026-01-06T13:24:44.808" v="10190" actId="20577"/>
          <ac:spMkLst>
            <pc:docMk/>
            <pc:sldMk cId="364453440" sldId="355"/>
            <ac:spMk id="3" creationId="{25D41A5B-B561-56E4-27D1-1AB140E535BF}"/>
          </ac:spMkLst>
        </pc:spChg>
      </pc:sldChg>
      <pc:sldChg chg="add del">
        <pc:chgData name="Henry Yelin" userId="16483953-0c2a-4fe7-892c-9940d78945a6" providerId="ADAL" clId="{30F65717-72EB-587A-BE13-6209EBD567FF}" dt="2026-01-06T13:24:48.117" v="10191" actId="2696"/>
        <pc:sldMkLst>
          <pc:docMk/>
          <pc:sldMk cId="818088289" sldId="356"/>
        </pc:sldMkLst>
      </pc:sldChg>
      <pc:sldChg chg="addSp delSp modSp add mod">
        <pc:chgData name="Henry Yelin" userId="16483953-0c2a-4fe7-892c-9940d78945a6" providerId="ADAL" clId="{30F65717-72EB-587A-BE13-6209EBD567FF}" dt="2026-01-06T13:22:01.629" v="10061" actId="554"/>
        <pc:sldMkLst>
          <pc:docMk/>
          <pc:sldMk cId="1176164368" sldId="357"/>
        </pc:sldMkLst>
        <pc:spChg chg="del">
          <ac:chgData name="Henry Yelin" userId="16483953-0c2a-4fe7-892c-9940d78945a6" providerId="ADAL" clId="{30F65717-72EB-587A-BE13-6209EBD567FF}" dt="2026-01-06T13:21:48.786" v="10056" actId="478"/>
          <ac:spMkLst>
            <pc:docMk/>
            <pc:sldMk cId="1176164368" sldId="357"/>
            <ac:spMk id="3" creationId="{194B44A4-89F5-B2C5-B308-18EA0A97A17C}"/>
          </ac:spMkLst>
        </pc:spChg>
        <pc:spChg chg="del">
          <ac:chgData name="Henry Yelin" userId="16483953-0c2a-4fe7-892c-9940d78945a6" providerId="ADAL" clId="{30F65717-72EB-587A-BE13-6209EBD567FF}" dt="2026-01-06T13:20:06.854" v="9958" actId="478"/>
          <ac:spMkLst>
            <pc:docMk/>
            <pc:sldMk cId="1176164368" sldId="357"/>
            <ac:spMk id="4" creationId="{5757F49A-43A0-2B60-D570-0AA7CD4E0D29}"/>
          </ac:spMkLst>
        </pc:spChg>
        <pc:spChg chg="del">
          <ac:chgData name="Henry Yelin" userId="16483953-0c2a-4fe7-892c-9940d78945a6" providerId="ADAL" clId="{30F65717-72EB-587A-BE13-6209EBD567FF}" dt="2026-01-06T13:21:48.786" v="10056" actId="478"/>
          <ac:spMkLst>
            <pc:docMk/>
            <pc:sldMk cId="1176164368" sldId="357"/>
            <ac:spMk id="5" creationId="{A42AE6E8-9AF9-D030-50C0-55009FC08758}"/>
          </ac:spMkLst>
        </pc:spChg>
        <pc:spChg chg="del">
          <ac:chgData name="Henry Yelin" userId="16483953-0c2a-4fe7-892c-9940d78945a6" providerId="ADAL" clId="{30F65717-72EB-587A-BE13-6209EBD567FF}" dt="2026-01-06T13:21:48.786" v="10056" actId="478"/>
          <ac:spMkLst>
            <pc:docMk/>
            <pc:sldMk cId="1176164368" sldId="357"/>
            <ac:spMk id="6" creationId="{43924A9C-3DC4-8577-6ED7-B86268675A96}"/>
          </ac:spMkLst>
        </pc:spChg>
        <pc:spChg chg="del">
          <ac:chgData name="Henry Yelin" userId="16483953-0c2a-4fe7-892c-9940d78945a6" providerId="ADAL" clId="{30F65717-72EB-587A-BE13-6209EBD567FF}" dt="2026-01-06T13:21:48.786" v="10056" actId="478"/>
          <ac:spMkLst>
            <pc:docMk/>
            <pc:sldMk cId="1176164368" sldId="357"/>
            <ac:spMk id="9" creationId="{01797C9C-FC8D-4B28-8A67-E16A6CD31E35}"/>
          </ac:spMkLst>
        </pc:spChg>
        <pc:spChg chg="add mod">
          <ac:chgData name="Henry Yelin" userId="16483953-0c2a-4fe7-892c-9940d78945a6" providerId="ADAL" clId="{30F65717-72EB-587A-BE13-6209EBD567FF}" dt="2026-01-06T13:22:01.629" v="10061" actId="554"/>
          <ac:spMkLst>
            <pc:docMk/>
            <pc:sldMk cId="1176164368" sldId="357"/>
            <ac:spMk id="10" creationId="{1D8E3CF9-F4B1-E176-3855-63A7C5F573D9}"/>
          </ac:spMkLst>
        </pc:spChg>
        <pc:spChg chg="add mod">
          <ac:chgData name="Henry Yelin" userId="16483953-0c2a-4fe7-892c-9940d78945a6" providerId="ADAL" clId="{30F65717-72EB-587A-BE13-6209EBD567FF}" dt="2026-01-06T13:21:49.232" v="10057"/>
          <ac:spMkLst>
            <pc:docMk/>
            <pc:sldMk cId="1176164368" sldId="357"/>
            <ac:spMk id="11" creationId="{3D9C54BA-A686-5B42-0DA4-5F5FE5F89290}"/>
          </ac:spMkLst>
        </pc:spChg>
        <pc:spChg chg="add del mod">
          <ac:chgData name="Henry Yelin" userId="16483953-0c2a-4fe7-892c-9940d78945a6" providerId="ADAL" clId="{30F65717-72EB-587A-BE13-6209EBD567FF}" dt="2026-01-06T13:21:51.792" v="10058" actId="478"/>
          <ac:spMkLst>
            <pc:docMk/>
            <pc:sldMk cId="1176164368" sldId="357"/>
            <ac:spMk id="12" creationId="{A27D464B-A097-5CB3-13C7-A923A55F0E79}"/>
          </ac:spMkLst>
        </pc:spChg>
        <pc:spChg chg="add mod">
          <ac:chgData name="Henry Yelin" userId="16483953-0c2a-4fe7-892c-9940d78945a6" providerId="ADAL" clId="{30F65717-72EB-587A-BE13-6209EBD567FF}" dt="2026-01-06T13:22:01.629" v="10061" actId="554"/>
          <ac:spMkLst>
            <pc:docMk/>
            <pc:sldMk cId="1176164368" sldId="357"/>
            <ac:spMk id="13" creationId="{FF673FF2-3F4E-B96C-8E13-E4B27AC32519}"/>
          </ac:spMkLst>
        </pc:spChg>
        <pc:spChg chg="add mod">
          <ac:chgData name="Henry Yelin" userId="16483953-0c2a-4fe7-892c-9940d78945a6" providerId="ADAL" clId="{30F65717-72EB-587A-BE13-6209EBD567FF}" dt="2026-01-06T13:21:49.232" v="10057"/>
          <ac:spMkLst>
            <pc:docMk/>
            <pc:sldMk cId="1176164368" sldId="357"/>
            <ac:spMk id="14" creationId="{667BF0E9-E16D-7E2D-04F6-90D0E70C8E22}"/>
          </ac:spMkLst>
        </pc:spChg>
        <pc:spChg chg="add mod">
          <ac:chgData name="Henry Yelin" userId="16483953-0c2a-4fe7-892c-9940d78945a6" providerId="ADAL" clId="{30F65717-72EB-587A-BE13-6209EBD567FF}" dt="2026-01-06T13:21:49.232" v="10057"/>
          <ac:spMkLst>
            <pc:docMk/>
            <pc:sldMk cId="1176164368" sldId="357"/>
            <ac:spMk id="16" creationId="{67D15073-BC97-99E6-7306-536B4BA354A7}"/>
          </ac:spMkLst>
        </pc:spChg>
        <pc:cxnChg chg="del">
          <ac:chgData name="Henry Yelin" userId="16483953-0c2a-4fe7-892c-9940d78945a6" providerId="ADAL" clId="{30F65717-72EB-587A-BE13-6209EBD567FF}" dt="2026-01-06T13:21:48.786" v="10056" actId="478"/>
          <ac:cxnSpMkLst>
            <pc:docMk/>
            <pc:sldMk cId="1176164368" sldId="357"/>
            <ac:cxnSpMk id="8" creationId="{E709A0F0-5089-94B9-3D58-C1008143BEC4}"/>
          </ac:cxnSpMkLst>
        </pc:cxnChg>
        <pc:cxnChg chg="add mod">
          <ac:chgData name="Henry Yelin" userId="16483953-0c2a-4fe7-892c-9940d78945a6" providerId="ADAL" clId="{30F65717-72EB-587A-BE13-6209EBD567FF}" dt="2026-01-06T13:21:49.232" v="10057"/>
          <ac:cxnSpMkLst>
            <pc:docMk/>
            <pc:sldMk cId="1176164368" sldId="357"/>
            <ac:cxnSpMk id="15" creationId="{0AFBEC51-C8C4-C4CE-F70A-951782CDD519}"/>
          </ac:cxnSpMkLst>
        </pc:cxnChg>
      </pc:sldChg>
      <pc:sldMasterChg chg="modSp mod">
        <pc:chgData name="Henry Yelin" userId="16483953-0c2a-4fe7-892c-9940d78945a6" providerId="ADAL" clId="{30F65717-72EB-587A-BE13-6209EBD567FF}" dt="2026-01-06T13:16:17.983" v="9730" actId="20577"/>
        <pc:sldMasterMkLst>
          <pc:docMk/>
          <pc:sldMasterMk cId="519305984" sldId="2147483675"/>
        </pc:sldMasterMkLst>
        <pc:spChg chg="mod">
          <ac:chgData name="Henry Yelin" userId="16483953-0c2a-4fe7-892c-9940d78945a6" providerId="ADAL" clId="{30F65717-72EB-587A-BE13-6209EBD567FF}" dt="2026-01-06T13:16:17.983" v="9730" actId="20577"/>
          <ac:spMkLst>
            <pc:docMk/>
            <pc:sldMasterMk cId="519305984" sldId="2147483675"/>
            <ac:spMk id="7" creationId="{E5B024D1-62EE-2F74-51D2-A5129C2C6417}"/>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2B957D-7DC5-A2B2-9DD2-55794E7CDE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BB4F5B0-A96F-ED6F-2E66-E8F683DC4B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27D3EC-9A98-C541-9FD9-792890530D0C}" type="datetimeFigureOut">
              <a:rPr lang="en-US" smtClean="0"/>
              <a:t>1/6/26</a:t>
            </a:fld>
            <a:endParaRPr lang="en-US"/>
          </a:p>
        </p:txBody>
      </p:sp>
      <p:sp>
        <p:nvSpPr>
          <p:cNvPr id="4" name="Footer Placeholder 3">
            <a:extLst>
              <a:ext uri="{FF2B5EF4-FFF2-40B4-BE49-F238E27FC236}">
                <a16:creationId xmlns:a16="http://schemas.microsoft.com/office/drawing/2014/main" id="{FEFD6F59-13DB-C2D4-D2B2-AA1EA876870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69123F4-0545-E446-7FD1-E1EB626943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788F0B-65CC-2743-BB63-E87071A1F01C}" type="slidenum">
              <a:rPr lang="en-US" smtClean="0"/>
              <a:t>‹#›</a:t>
            </a:fld>
            <a:endParaRPr lang="en-US"/>
          </a:p>
        </p:txBody>
      </p:sp>
    </p:spTree>
    <p:extLst>
      <p:ext uri="{BB962C8B-B14F-4D97-AF65-F5344CB8AC3E}">
        <p14:creationId xmlns:p14="http://schemas.microsoft.com/office/powerpoint/2010/main" val="341349025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116F8F-04D6-8B49-91B0-01B4C7A83801}" type="datetimeFigureOut">
              <a:rPr lang="en-US" smtClean="0"/>
              <a:t>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5C6C9F-953B-EC47-BC35-7510FBC4A0DB}" type="slidenum">
              <a:rPr lang="en-US" smtClean="0"/>
              <a:t>‹#›</a:t>
            </a:fld>
            <a:endParaRPr lang="en-US"/>
          </a:p>
        </p:txBody>
      </p:sp>
    </p:spTree>
    <p:extLst>
      <p:ext uri="{BB962C8B-B14F-4D97-AF65-F5344CB8AC3E}">
        <p14:creationId xmlns:p14="http://schemas.microsoft.com/office/powerpoint/2010/main" val="3832908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8BB01-E6DD-DD07-7AC7-F3DDBD2941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34DB86-2C80-DFAA-5680-AC7E7271124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5FE1C5-EFA6-80DB-E11F-2C7A425E8DE8}"/>
              </a:ext>
            </a:extLst>
          </p:cNvPr>
          <p:cNvSpPr>
            <a:spLocks noGrp="1"/>
          </p:cNvSpPr>
          <p:nvPr>
            <p:ph type="dt" sz="half" idx="10"/>
          </p:nvPr>
        </p:nvSpPr>
        <p:spPr/>
        <p:txBody>
          <a:bodyPr/>
          <a:lstStyle/>
          <a:p>
            <a:fld id="{B75747AC-6C1B-B141-BB85-6453D36E7AA8}" type="datetime1">
              <a:rPr lang="en-US" smtClean="0"/>
              <a:t>1/6/26</a:t>
            </a:fld>
            <a:endParaRPr lang="en-US"/>
          </a:p>
        </p:txBody>
      </p:sp>
      <p:sp>
        <p:nvSpPr>
          <p:cNvPr id="5" name="Footer Placeholder 4">
            <a:extLst>
              <a:ext uri="{FF2B5EF4-FFF2-40B4-BE49-F238E27FC236}">
                <a16:creationId xmlns:a16="http://schemas.microsoft.com/office/drawing/2014/main" id="{9D2FBD58-EE43-0BF5-77EB-130FB33BF81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2D4809B-A45F-AD4F-45D2-CF37CC034C1D}"/>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934503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D674-9805-1118-1772-6CA4C4CA08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E41C4-1D31-BE45-259F-CCB6930229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E17BED-28CD-C07A-9023-F68BBD438A8C}"/>
              </a:ext>
            </a:extLst>
          </p:cNvPr>
          <p:cNvSpPr>
            <a:spLocks noGrp="1"/>
          </p:cNvSpPr>
          <p:nvPr>
            <p:ph type="dt" sz="half" idx="10"/>
          </p:nvPr>
        </p:nvSpPr>
        <p:spPr/>
        <p:txBody>
          <a:bodyPr/>
          <a:lstStyle/>
          <a:p>
            <a:fld id="{2C50E739-BFFE-EA4A-8D8D-34C458EADFC0}" type="datetime1">
              <a:rPr lang="en-US" smtClean="0"/>
              <a:t>1/6/26</a:t>
            </a:fld>
            <a:endParaRPr lang="en-US"/>
          </a:p>
        </p:txBody>
      </p:sp>
      <p:sp>
        <p:nvSpPr>
          <p:cNvPr id="5" name="Footer Placeholder 4">
            <a:extLst>
              <a:ext uri="{FF2B5EF4-FFF2-40B4-BE49-F238E27FC236}">
                <a16:creationId xmlns:a16="http://schemas.microsoft.com/office/drawing/2014/main" id="{D3B23C95-B38B-BF64-C100-43914F20E9D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29F7820-B65C-C0EF-ED84-FC16594A2E2E}"/>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98903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38B78-6303-8C25-3F8C-AD8C6D6EF8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93FB13-7B3A-45D7-3D40-B7FB7C890C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EB5925-F64E-49BE-35D7-E860E26B29BC}"/>
              </a:ext>
            </a:extLst>
          </p:cNvPr>
          <p:cNvSpPr>
            <a:spLocks noGrp="1"/>
          </p:cNvSpPr>
          <p:nvPr>
            <p:ph type="dt" sz="half" idx="10"/>
          </p:nvPr>
        </p:nvSpPr>
        <p:spPr/>
        <p:txBody>
          <a:bodyPr/>
          <a:lstStyle/>
          <a:p>
            <a:fld id="{4A2E037B-0B03-B845-A278-279D4C95B7E4}" type="datetime1">
              <a:rPr lang="en-US" smtClean="0"/>
              <a:t>1/6/26</a:t>
            </a:fld>
            <a:endParaRPr lang="en-US"/>
          </a:p>
        </p:txBody>
      </p:sp>
      <p:sp>
        <p:nvSpPr>
          <p:cNvPr id="5" name="Footer Placeholder 4">
            <a:extLst>
              <a:ext uri="{FF2B5EF4-FFF2-40B4-BE49-F238E27FC236}">
                <a16:creationId xmlns:a16="http://schemas.microsoft.com/office/drawing/2014/main" id="{46AA10B4-D8FF-5811-ED52-999DCA355A2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9A1D92B-6EE4-1135-B5CA-12238425E586}"/>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4018756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EB291-B787-80D8-FAE0-3184611707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E9F5517-D57E-2055-5AB5-6C9457213D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416C4-19B6-AA05-97DF-F4337351E8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82B8F382-13BF-BF14-5167-0AEB54592E6D}"/>
              </a:ext>
            </a:extLst>
          </p:cNvPr>
          <p:cNvSpPr/>
          <p:nvPr userDrawn="1"/>
        </p:nvSpPr>
        <p:spPr>
          <a:xfrm>
            <a:off x="0" y="6311900"/>
            <a:ext cx="12192000" cy="5461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7E0C61C7-133F-DFBF-73A1-57E7ACBA97A2}"/>
              </a:ext>
            </a:extLst>
          </p:cNvPr>
          <p:cNvSpPr>
            <a:spLocks noGrp="1"/>
          </p:cNvSpPr>
          <p:nvPr>
            <p:ph type="sldNum" sz="quarter" idx="12"/>
          </p:nvPr>
        </p:nvSpPr>
        <p:spPr/>
        <p:txBody>
          <a:bodyPr/>
          <a:lstStyle/>
          <a:p>
            <a:fld id="{1153F0DE-4B83-C442-BFAF-2E07D848C22E}" type="slidenum">
              <a:rPr lang="en-US" smtClean="0"/>
              <a:t>‹#›</a:t>
            </a:fld>
            <a:endParaRPr lang="en-US"/>
          </a:p>
        </p:txBody>
      </p:sp>
      <p:sp>
        <p:nvSpPr>
          <p:cNvPr id="5" name="Date Placeholder 4">
            <a:extLst>
              <a:ext uri="{FF2B5EF4-FFF2-40B4-BE49-F238E27FC236}">
                <a16:creationId xmlns:a16="http://schemas.microsoft.com/office/drawing/2014/main" id="{ED1C0CCB-DF2D-C03A-1CCA-FD56C277BB43}"/>
              </a:ext>
            </a:extLst>
          </p:cNvPr>
          <p:cNvSpPr>
            <a:spLocks noGrp="1"/>
          </p:cNvSpPr>
          <p:nvPr>
            <p:ph type="dt" sz="half" idx="10"/>
          </p:nvPr>
        </p:nvSpPr>
        <p:spPr/>
        <p:txBody>
          <a:bodyPr/>
          <a:lstStyle/>
          <a:p>
            <a:fld id="{63C3A835-6B96-DD4E-816E-1623D87CB460}" type="datetime1">
              <a:rPr lang="en-US" smtClean="0"/>
              <a:t>1/6/26</a:t>
            </a:fld>
            <a:endParaRPr lang="en-US"/>
          </a:p>
        </p:txBody>
      </p:sp>
      <p:sp>
        <p:nvSpPr>
          <p:cNvPr id="6" name="Footer Placeholder 5">
            <a:extLst>
              <a:ext uri="{FF2B5EF4-FFF2-40B4-BE49-F238E27FC236}">
                <a16:creationId xmlns:a16="http://schemas.microsoft.com/office/drawing/2014/main" id="{93F025AE-FF16-34D4-D0F1-9372267E4679}"/>
              </a:ext>
            </a:extLst>
          </p:cNvPr>
          <p:cNvSpPr>
            <a:spLocks noGrp="1"/>
          </p:cNvSpPr>
          <p:nvPr>
            <p:ph type="ftr" sz="quarter" idx="11"/>
          </p:nvPr>
        </p:nvSpPr>
        <p:spPr>
          <a:xfrm>
            <a:off x="4038600" y="6356350"/>
            <a:ext cx="4114800" cy="365125"/>
          </a:xfrm>
          <a:prstGeom prst="rect">
            <a:avLst/>
          </a:prstGeom>
        </p:spPr>
        <p:txBody>
          <a:bodyPr/>
          <a:lstStyle>
            <a:lvl1pPr>
              <a:defRPr spc="600">
                <a:solidFill>
                  <a:schemeClr val="bg1">
                    <a:lumMod val="85000"/>
                  </a:schemeClr>
                </a:solidFill>
              </a:defRPr>
            </a:lvl1pPr>
          </a:lstStyle>
          <a:p>
            <a:endParaRPr lang="en-US" dirty="0"/>
          </a:p>
        </p:txBody>
      </p:sp>
    </p:spTree>
    <p:extLst>
      <p:ext uri="{BB962C8B-B14F-4D97-AF65-F5344CB8AC3E}">
        <p14:creationId xmlns:p14="http://schemas.microsoft.com/office/powerpoint/2010/main" val="105823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F1457-25DC-C3BF-5A1C-4AAE59E121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1BD09E-A83E-354F-2198-FE4F8690B9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5A879D-7474-D492-4B80-3A27C60D7B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5EC6AB-7D89-DE58-BCEE-9B5F856B94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2DE786-0F40-BEB6-8796-CA4A27918E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C978D-5672-D09E-56BA-C0F915C90A6E}"/>
              </a:ext>
            </a:extLst>
          </p:cNvPr>
          <p:cNvSpPr>
            <a:spLocks noGrp="1"/>
          </p:cNvSpPr>
          <p:nvPr>
            <p:ph type="dt" sz="half" idx="10"/>
          </p:nvPr>
        </p:nvSpPr>
        <p:spPr/>
        <p:txBody>
          <a:bodyPr/>
          <a:lstStyle/>
          <a:p>
            <a:fld id="{7DEA8DF0-7915-FA4C-87F8-EEAE55B6ECAC}" type="datetime1">
              <a:rPr lang="en-US" smtClean="0"/>
              <a:t>1/6/26</a:t>
            </a:fld>
            <a:endParaRPr lang="en-US"/>
          </a:p>
        </p:txBody>
      </p:sp>
      <p:sp>
        <p:nvSpPr>
          <p:cNvPr id="8" name="Footer Placeholder 7">
            <a:extLst>
              <a:ext uri="{FF2B5EF4-FFF2-40B4-BE49-F238E27FC236}">
                <a16:creationId xmlns:a16="http://schemas.microsoft.com/office/drawing/2014/main" id="{229EB899-73D3-B550-0F79-DBC93F65058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17FD74DD-5C40-4BCF-8DB4-F680B7EA0265}"/>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4154110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A466B-CED1-A10F-16B8-D32DCC8A0FE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12EB8B1-BE82-DEBD-650F-EE2ECEF5B59C}"/>
              </a:ext>
            </a:extLst>
          </p:cNvPr>
          <p:cNvSpPr>
            <a:spLocks noGrp="1"/>
          </p:cNvSpPr>
          <p:nvPr>
            <p:ph type="dt" sz="half" idx="10"/>
          </p:nvPr>
        </p:nvSpPr>
        <p:spPr/>
        <p:txBody>
          <a:bodyPr/>
          <a:lstStyle/>
          <a:p>
            <a:fld id="{E649435C-2824-0A4B-9C77-0A1C1E63546D}" type="datetime1">
              <a:rPr lang="en-US" smtClean="0"/>
              <a:t>1/6/26</a:t>
            </a:fld>
            <a:endParaRPr lang="en-US"/>
          </a:p>
        </p:txBody>
      </p:sp>
      <p:sp>
        <p:nvSpPr>
          <p:cNvPr id="4" name="Footer Placeholder 3">
            <a:extLst>
              <a:ext uri="{FF2B5EF4-FFF2-40B4-BE49-F238E27FC236}">
                <a16:creationId xmlns:a16="http://schemas.microsoft.com/office/drawing/2014/main" id="{A58E3B26-4529-17DE-EC6D-3632BB3DC5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7AD104EA-19B3-4779-3E76-E2605B844D41}"/>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3213042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56EE4F-C3A8-F88A-5F28-3D2DAD71C501}"/>
              </a:ext>
            </a:extLst>
          </p:cNvPr>
          <p:cNvSpPr>
            <a:spLocks noGrp="1"/>
          </p:cNvSpPr>
          <p:nvPr>
            <p:ph type="dt" sz="half" idx="10"/>
          </p:nvPr>
        </p:nvSpPr>
        <p:spPr/>
        <p:txBody>
          <a:bodyPr/>
          <a:lstStyle/>
          <a:p>
            <a:fld id="{C8B44753-9E55-A144-8763-9B92FEAFEF5E}" type="datetime1">
              <a:rPr lang="en-US" smtClean="0"/>
              <a:t>1/6/26</a:t>
            </a:fld>
            <a:endParaRPr lang="en-US"/>
          </a:p>
        </p:txBody>
      </p:sp>
      <p:sp>
        <p:nvSpPr>
          <p:cNvPr id="3" name="Footer Placeholder 2">
            <a:extLst>
              <a:ext uri="{FF2B5EF4-FFF2-40B4-BE49-F238E27FC236}">
                <a16:creationId xmlns:a16="http://schemas.microsoft.com/office/drawing/2014/main" id="{D76D6067-02D2-F33B-9A04-DDD1565D1DE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289FF46-1C78-3998-141A-5DC3507FAA61}"/>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2290160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2C8C6-5561-F2F9-BC16-9581473B73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1568241-B34A-CF58-3244-4F9681A83D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220617-02D1-16BB-E6D2-818C8C8FA7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88CDB8-0767-F511-1BC2-382C6BA27129}"/>
              </a:ext>
            </a:extLst>
          </p:cNvPr>
          <p:cNvSpPr>
            <a:spLocks noGrp="1"/>
          </p:cNvSpPr>
          <p:nvPr>
            <p:ph type="dt" sz="half" idx="10"/>
          </p:nvPr>
        </p:nvSpPr>
        <p:spPr/>
        <p:txBody>
          <a:bodyPr/>
          <a:lstStyle/>
          <a:p>
            <a:fld id="{723E4CDC-22EA-E447-AFFC-0AB9E258020A}" type="datetime1">
              <a:rPr lang="en-US" smtClean="0"/>
              <a:t>1/6/26</a:t>
            </a:fld>
            <a:endParaRPr lang="en-US"/>
          </a:p>
        </p:txBody>
      </p:sp>
      <p:sp>
        <p:nvSpPr>
          <p:cNvPr id="6" name="Footer Placeholder 5">
            <a:extLst>
              <a:ext uri="{FF2B5EF4-FFF2-40B4-BE49-F238E27FC236}">
                <a16:creationId xmlns:a16="http://schemas.microsoft.com/office/drawing/2014/main" id="{8B951FF5-11E5-6ACD-AE5F-1F0D2DEB994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2892CB1-B6D5-3B82-08FA-8360F2EEC8B1}"/>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2202350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3428-2BE1-2918-501A-2A0A823AD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C14FC2-D9B7-0DE5-0561-47C729B0CB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DB84F9-2CE5-4C6E-A309-4C45FF080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FABEFB-4A0F-9143-CDAC-C7F5E4932D2C}"/>
              </a:ext>
            </a:extLst>
          </p:cNvPr>
          <p:cNvSpPr>
            <a:spLocks noGrp="1"/>
          </p:cNvSpPr>
          <p:nvPr>
            <p:ph type="dt" sz="half" idx="10"/>
          </p:nvPr>
        </p:nvSpPr>
        <p:spPr/>
        <p:txBody>
          <a:bodyPr/>
          <a:lstStyle/>
          <a:p>
            <a:fld id="{AE26C09A-F394-2F45-AAE5-F8CB1BC82056}" type="datetime1">
              <a:rPr lang="en-US" smtClean="0"/>
              <a:t>1/6/26</a:t>
            </a:fld>
            <a:endParaRPr lang="en-US"/>
          </a:p>
        </p:txBody>
      </p:sp>
      <p:sp>
        <p:nvSpPr>
          <p:cNvPr id="6" name="Footer Placeholder 5">
            <a:extLst>
              <a:ext uri="{FF2B5EF4-FFF2-40B4-BE49-F238E27FC236}">
                <a16:creationId xmlns:a16="http://schemas.microsoft.com/office/drawing/2014/main" id="{D0668B93-7114-3CC3-F652-3CD8A86E66B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832D60C4-0DFD-6CEB-1D53-64E0B189A503}"/>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1948259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3143-B9B7-8FF7-FE78-0DEF20BD53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E3EB67-FB3D-792B-9937-2D9BF51FD1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198D36-69FE-0CBA-EC7F-8FB00851A0B9}"/>
              </a:ext>
            </a:extLst>
          </p:cNvPr>
          <p:cNvSpPr>
            <a:spLocks noGrp="1"/>
          </p:cNvSpPr>
          <p:nvPr>
            <p:ph type="dt" sz="half" idx="10"/>
          </p:nvPr>
        </p:nvSpPr>
        <p:spPr/>
        <p:txBody>
          <a:bodyPr/>
          <a:lstStyle/>
          <a:p>
            <a:fld id="{A6FE98BE-F296-F24C-B680-ECFB0C14B302}" type="datetime1">
              <a:rPr lang="en-US" smtClean="0"/>
              <a:t>1/6/26</a:t>
            </a:fld>
            <a:endParaRPr lang="en-US"/>
          </a:p>
        </p:txBody>
      </p:sp>
      <p:sp>
        <p:nvSpPr>
          <p:cNvPr id="5" name="Footer Placeholder 4">
            <a:extLst>
              <a:ext uri="{FF2B5EF4-FFF2-40B4-BE49-F238E27FC236}">
                <a16:creationId xmlns:a16="http://schemas.microsoft.com/office/drawing/2014/main" id="{ABF68F71-8059-0156-21BF-2CB70D0A026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B531199-71C7-86DC-F845-161710668E94}"/>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27010210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EC00E98-75D0-3E9F-1E8E-B42EC78EA5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6DBF8C8-E795-4C18-A983-B540D96F05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DF363D-FAA1-3093-5876-63DBB1209ACD}"/>
              </a:ext>
            </a:extLst>
          </p:cNvPr>
          <p:cNvSpPr>
            <a:spLocks noGrp="1"/>
          </p:cNvSpPr>
          <p:nvPr>
            <p:ph type="dt" sz="half" idx="10"/>
          </p:nvPr>
        </p:nvSpPr>
        <p:spPr/>
        <p:txBody>
          <a:bodyPr/>
          <a:lstStyle/>
          <a:p>
            <a:fld id="{17365774-17A1-CF48-A9F4-A4B8AE4EB902}" type="datetime1">
              <a:rPr lang="en-US" smtClean="0"/>
              <a:t>1/6/26</a:t>
            </a:fld>
            <a:endParaRPr lang="en-US"/>
          </a:p>
        </p:txBody>
      </p:sp>
      <p:sp>
        <p:nvSpPr>
          <p:cNvPr id="5" name="Footer Placeholder 4">
            <a:extLst>
              <a:ext uri="{FF2B5EF4-FFF2-40B4-BE49-F238E27FC236}">
                <a16:creationId xmlns:a16="http://schemas.microsoft.com/office/drawing/2014/main" id="{1D688E60-2131-8A2F-33FD-96D51DA261D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E868BFB-7DF2-3762-67CC-29D634431576}"/>
              </a:ext>
            </a:extLst>
          </p:cNvPr>
          <p:cNvSpPr>
            <a:spLocks noGrp="1"/>
          </p:cNvSpPr>
          <p:nvPr>
            <p:ph type="sldNum" sz="quarter" idx="12"/>
          </p:nvPr>
        </p:nvSpPr>
        <p:spPr/>
        <p:txBody>
          <a:bodyPr/>
          <a:lstStyle/>
          <a:p>
            <a:fld id="{1153F0DE-4B83-C442-BFAF-2E07D848C22E}" type="slidenum">
              <a:rPr lang="en-US" smtClean="0"/>
              <a:t>‹#›</a:t>
            </a:fld>
            <a:endParaRPr lang="en-US"/>
          </a:p>
        </p:txBody>
      </p:sp>
    </p:spTree>
    <p:extLst>
      <p:ext uri="{BB962C8B-B14F-4D97-AF65-F5344CB8AC3E}">
        <p14:creationId xmlns:p14="http://schemas.microsoft.com/office/powerpoint/2010/main" val="20763604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5B024D1-62EE-2F74-51D2-A5129C2C6417}"/>
              </a:ext>
            </a:extLst>
          </p:cNvPr>
          <p:cNvSpPr/>
          <p:nvPr userDrawn="1"/>
        </p:nvSpPr>
        <p:spPr>
          <a:xfrm>
            <a:off x="0" y="6311900"/>
            <a:ext cx="12192000" cy="546100"/>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spc="600" dirty="0">
                <a:solidFill>
                  <a:schemeClr val="bg1">
                    <a:lumMod val="85000"/>
                  </a:schemeClr>
                </a:solidFill>
              </a:rPr>
              <a:t>YELIN.IO</a:t>
            </a:r>
          </a:p>
        </p:txBody>
      </p:sp>
      <p:sp>
        <p:nvSpPr>
          <p:cNvPr id="2" name="Title Placeholder 1">
            <a:extLst>
              <a:ext uri="{FF2B5EF4-FFF2-40B4-BE49-F238E27FC236}">
                <a16:creationId xmlns:a16="http://schemas.microsoft.com/office/drawing/2014/main" id="{74BC26AE-1299-7838-02A0-DB3DC6779D94}"/>
              </a:ext>
            </a:extLst>
          </p:cNvPr>
          <p:cNvSpPr>
            <a:spLocks noGrp="1"/>
          </p:cNvSpPr>
          <p:nvPr>
            <p:ph type="title"/>
          </p:nvPr>
        </p:nvSpPr>
        <p:spPr>
          <a:xfrm>
            <a:off x="838200" y="365125"/>
            <a:ext cx="10515600" cy="1325563"/>
          </a:xfrm>
          <a:prstGeom prst="rect">
            <a:avLst/>
          </a:prstGeom>
        </p:spPr>
        <p:txBody>
          <a:bodyPr vert="horz" lIns="0" tIns="0" rIns="0" bIns="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2C6E4833-C376-DDAB-C96A-851832972A62}"/>
              </a:ext>
            </a:extLst>
          </p:cNvPr>
          <p:cNvSpPr>
            <a:spLocks noGrp="1"/>
          </p:cNvSpPr>
          <p:nvPr>
            <p:ph type="body" idx="1"/>
          </p:nvPr>
        </p:nvSpPr>
        <p:spPr>
          <a:xfrm>
            <a:off x="838200" y="1825625"/>
            <a:ext cx="10515600" cy="4351338"/>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B0757A0-8CF6-4FCA-973E-EBD50D5DB35A}"/>
              </a:ext>
            </a:extLst>
          </p:cNvPr>
          <p:cNvSpPr>
            <a:spLocks noGrp="1"/>
          </p:cNvSpPr>
          <p:nvPr>
            <p:ph type="dt" sz="half" idx="2"/>
          </p:nvPr>
        </p:nvSpPr>
        <p:spPr>
          <a:xfrm>
            <a:off x="838200" y="6402388"/>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2AB61B6-DA19-5644-A35B-453407DAB9B2}" type="datetime1">
              <a:rPr lang="en-US" smtClean="0"/>
              <a:t>1/6/26</a:t>
            </a:fld>
            <a:endParaRPr lang="en-US"/>
          </a:p>
        </p:txBody>
      </p:sp>
      <p:sp>
        <p:nvSpPr>
          <p:cNvPr id="6" name="Slide Number Placeholder 5">
            <a:extLst>
              <a:ext uri="{FF2B5EF4-FFF2-40B4-BE49-F238E27FC236}">
                <a16:creationId xmlns:a16="http://schemas.microsoft.com/office/drawing/2014/main" id="{A250F0E4-7E9C-A8B9-E138-26127711DE46}"/>
              </a:ext>
            </a:extLst>
          </p:cNvPr>
          <p:cNvSpPr>
            <a:spLocks noGrp="1"/>
          </p:cNvSpPr>
          <p:nvPr>
            <p:ph type="sldNum" sz="quarter" idx="4"/>
          </p:nvPr>
        </p:nvSpPr>
        <p:spPr>
          <a:xfrm>
            <a:off x="8610600" y="6402388"/>
            <a:ext cx="2743200" cy="365125"/>
          </a:xfrm>
          <a:prstGeom prst="rect">
            <a:avLst/>
          </a:prstGeom>
        </p:spPr>
        <p:txBody>
          <a:bodyPr vert="horz" lIns="91440" tIns="45720" rIns="91440" bIns="45720" rtlCol="0" anchor="ctr"/>
          <a:lstStyle>
            <a:lvl1pPr algn="r">
              <a:defRPr sz="1200">
                <a:solidFill>
                  <a:schemeClr val="bg1">
                    <a:lumMod val="85000"/>
                  </a:schemeClr>
                </a:solidFill>
              </a:defRPr>
            </a:lvl1pPr>
          </a:lstStyle>
          <a:p>
            <a:fld id="{1153F0DE-4B83-C442-BFAF-2E07D848C22E}" type="slidenum">
              <a:rPr lang="en-US" smtClean="0"/>
              <a:pPr/>
              <a:t>‹#›</a:t>
            </a:fld>
            <a:endParaRPr lang="en-US" dirty="0"/>
          </a:p>
        </p:txBody>
      </p:sp>
      <p:pic>
        <p:nvPicPr>
          <p:cNvPr id="9" name="Picture 8" descr="Solutions ITSM et ITOM leaders sur le marché | EasyVista">
            <a:extLst>
              <a:ext uri="{FF2B5EF4-FFF2-40B4-BE49-F238E27FC236}">
                <a16:creationId xmlns:a16="http://schemas.microsoft.com/office/drawing/2014/main" id="{EC37D09C-7FBD-B7DF-96A1-18F422C25933}"/>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38200" y="274638"/>
            <a:ext cx="1843552" cy="245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305984"/>
      </p:ext>
    </p:extLst>
  </p:cSld>
  <p:clrMap bg1="lt1" tx1="dk1" bg2="lt2" tx2="dk2" accent1="accent1" accent2="accent2" accent3="accent3" accent4="accent4" accent5="accent5" accent6="accent6" hlink="hlink" folHlink="folHlink"/>
  <p:sldLayoutIdLst>
    <p:sldLayoutId id="2147483686" r:id="rId1"/>
    <p:sldLayoutId id="2147483685" r:id="rId2"/>
    <p:sldLayoutId id="2147483684" r:id="rId3"/>
    <p:sldLayoutId id="2147483683" r:id="rId4"/>
    <p:sldLayoutId id="2147483682" r:id="rId5"/>
    <p:sldLayoutId id="2147483681" r:id="rId6"/>
    <p:sldLayoutId id="2147483680" r:id="rId7"/>
    <p:sldLayoutId id="2147483679" r:id="rId8"/>
    <p:sldLayoutId id="2147483678" r:id="rId9"/>
    <p:sldLayoutId id="2147483677" r:id="rId10"/>
    <p:sldLayoutId id="2147483676" r:id="rId11"/>
  </p:sldLayoutIdLst>
  <p:hf hdr="0" ftr="0" dt="0"/>
  <p:txStyles>
    <p:titleStyle>
      <a:lvl1pPr algn="l" defTabSz="914400" rtl="0" eaLnBrk="1" latinLnBrk="0" hangingPunct="1">
        <a:lnSpc>
          <a:spcPct val="90000"/>
        </a:lnSpc>
        <a:spcBef>
          <a:spcPct val="0"/>
        </a:spcBef>
        <a:buNone/>
        <a:defRPr sz="28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8">
          <p15:clr>
            <a:srgbClr val="F26B43"/>
          </p15:clr>
        </p15:guide>
        <p15:guide id="2" pos="7152">
          <p15:clr>
            <a:srgbClr val="F26B43"/>
          </p15:clr>
        </p15:guide>
        <p15:guide id="3" orient="horz" pos="1152">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51AFA-717A-CF7F-9E40-5B3FCAB57964}"/>
              </a:ext>
            </a:extLst>
          </p:cNvPr>
          <p:cNvSpPr>
            <a:spLocks noGrp="1"/>
          </p:cNvSpPr>
          <p:nvPr>
            <p:ph type="ctrTitle"/>
          </p:nvPr>
        </p:nvSpPr>
        <p:spPr>
          <a:xfrm>
            <a:off x="838199" y="3265473"/>
            <a:ext cx="10758443" cy="2387600"/>
          </a:xfrm>
        </p:spPr>
        <p:txBody>
          <a:bodyPr anchor="t"/>
          <a:lstStyle/>
          <a:p>
            <a:pPr algn="l"/>
            <a:r>
              <a:rPr lang="en-US" sz="3200" b="1" dirty="0"/>
              <a:t>AI Champions</a:t>
            </a:r>
            <a:br>
              <a:rPr lang="en-US" sz="3200" b="1" dirty="0"/>
            </a:br>
            <a:endParaRPr lang="en-US" sz="3200" i="1" dirty="0"/>
          </a:p>
        </p:txBody>
      </p:sp>
      <p:sp>
        <p:nvSpPr>
          <p:cNvPr id="4" name="Slide Number Placeholder 3">
            <a:extLst>
              <a:ext uri="{FF2B5EF4-FFF2-40B4-BE49-F238E27FC236}">
                <a16:creationId xmlns:a16="http://schemas.microsoft.com/office/drawing/2014/main" id="{3C8392B5-F82D-0235-4B59-579391F15AA3}"/>
              </a:ext>
            </a:extLst>
          </p:cNvPr>
          <p:cNvSpPr>
            <a:spLocks noGrp="1"/>
          </p:cNvSpPr>
          <p:nvPr>
            <p:ph type="sldNum" sz="quarter" idx="12"/>
          </p:nvPr>
        </p:nvSpPr>
        <p:spPr/>
        <p:txBody>
          <a:bodyPr/>
          <a:lstStyle/>
          <a:p>
            <a:fld id="{1153F0DE-4B83-C442-BFAF-2E07D848C22E}" type="slidenum">
              <a:rPr lang="en-US" smtClean="0"/>
              <a:t>1</a:t>
            </a:fld>
            <a:endParaRPr lang="en-US"/>
          </a:p>
        </p:txBody>
      </p:sp>
      <p:sp>
        <p:nvSpPr>
          <p:cNvPr id="3" name="Title 1">
            <a:extLst>
              <a:ext uri="{FF2B5EF4-FFF2-40B4-BE49-F238E27FC236}">
                <a16:creationId xmlns:a16="http://schemas.microsoft.com/office/drawing/2014/main" id="{323B27F0-8DF6-5A2A-6572-35DEDA6D3456}"/>
              </a:ext>
            </a:extLst>
          </p:cNvPr>
          <p:cNvSpPr txBox="1">
            <a:spLocks/>
          </p:cNvSpPr>
          <p:nvPr/>
        </p:nvSpPr>
        <p:spPr>
          <a:xfrm>
            <a:off x="838199" y="167701"/>
            <a:ext cx="2083905" cy="440575"/>
          </a:xfrm>
          <a:prstGeom prst="rect">
            <a:avLst/>
          </a:prstGeom>
          <a:solidFill>
            <a:schemeClr val="bg1"/>
          </a:solidFill>
        </p:spPr>
        <p:txBody>
          <a:bodyPr vert="horz" lIns="0" tIns="0" rIns="0" bIns="0" rtlCol="0" anchor="b">
            <a:noAutofit/>
          </a:bodyPr>
          <a:lstStyle>
            <a:lvl1pPr algn="ctr" defTabSz="914400" rtl="0" eaLnBrk="1" latinLnBrk="0" hangingPunct="1">
              <a:lnSpc>
                <a:spcPct val="90000"/>
              </a:lnSpc>
              <a:spcBef>
                <a:spcPct val="0"/>
              </a:spcBef>
              <a:buNone/>
              <a:defRPr sz="6000" kern="1200">
                <a:solidFill>
                  <a:schemeClr val="tx1"/>
                </a:solidFill>
                <a:latin typeface="Arial" panose="020B0604020202020204" pitchFamily="34" charset="0"/>
                <a:ea typeface="+mj-ea"/>
                <a:cs typeface="Arial" panose="020B0604020202020204" pitchFamily="34" charset="0"/>
              </a:defRPr>
            </a:lvl1pPr>
          </a:lstStyle>
          <a:p>
            <a:pPr algn="l"/>
            <a:endParaRPr lang="en-US" sz="3600" i="1" dirty="0"/>
          </a:p>
        </p:txBody>
      </p:sp>
      <p:pic>
        <p:nvPicPr>
          <p:cNvPr id="5" name="Picture 4" descr="Solutions ITSM et ITOM leaders sur le marché | EasyVista">
            <a:extLst>
              <a:ext uri="{FF2B5EF4-FFF2-40B4-BE49-F238E27FC236}">
                <a16:creationId xmlns:a16="http://schemas.microsoft.com/office/drawing/2014/main" id="{8B8C02E5-2B6F-EFFA-AB11-0B45FC2FAF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425726"/>
            <a:ext cx="5110213" cy="681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0466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35263-B12E-527A-62AB-B9B2FBB96C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08B03-9D0F-9426-77E1-EBC07571C418}"/>
              </a:ext>
            </a:extLst>
          </p:cNvPr>
          <p:cNvSpPr>
            <a:spLocks noGrp="1"/>
          </p:cNvSpPr>
          <p:nvPr>
            <p:ph type="title"/>
          </p:nvPr>
        </p:nvSpPr>
        <p:spPr/>
        <p:txBody>
          <a:bodyPr/>
          <a:lstStyle/>
          <a:p>
            <a:r>
              <a:rPr lang="en-US" b="1" dirty="0"/>
              <a:t>AI Champions at EasyVista</a:t>
            </a:r>
            <a:br>
              <a:rPr lang="en-US" b="1" dirty="0"/>
            </a:br>
            <a:r>
              <a:rPr lang="en-US" dirty="0"/>
              <a:t>What is the Copilot Champions Program?</a:t>
            </a:r>
            <a:endParaRPr lang="en-US" b="1" dirty="0"/>
          </a:p>
        </p:txBody>
      </p:sp>
      <p:sp>
        <p:nvSpPr>
          <p:cNvPr id="7" name="Slide Number Placeholder 6">
            <a:extLst>
              <a:ext uri="{FF2B5EF4-FFF2-40B4-BE49-F238E27FC236}">
                <a16:creationId xmlns:a16="http://schemas.microsoft.com/office/drawing/2014/main" id="{B7F78A51-84F8-41ED-6F5A-2E6E699B953D}"/>
              </a:ext>
            </a:extLst>
          </p:cNvPr>
          <p:cNvSpPr>
            <a:spLocks noGrp="1"/>
          </p:cNvSpPr>
          <p:nvPr>
            <p:ph type="sldNum" sz="quarter" idx="12"/>
          </p:nvPr>
        </p:nvSpPr>
        <p:spPr/>
        <p:txBody>
          <a:bodyPr/>
          <a:lstStyle/>
          <a:p>
            <a:fld id="{1153F0DE-4B83-C442-BFAF-2E07D848C22E}" type="slidenum">
              <a:rPr lang="en-US" smtClean="0"/>
              <a:t>2</a:t>
            </a:fld>
            <a:endParaRPr lang="en-US"/>
          </a:p>
        </p:txBody>
      </p:sp>
      <p:sp>
        <p:nvSpPr>
          <p:cNvPr id="4" name="Content Placeholder 2">
            <a:extLst>
              <a:ext uri="{FF2B5EF4-FFF2-40B4-BE49-F238E27FC236}">
                <a16:creationId xmlns:a16="http://schemas.microsoft.com/office/drawing/2014/main" id="{AD6DD5EE-8087-B119-ED62-D65B6FCEDB49}"/>
              </a:ext>
            </a:extLst>
          </p:cNvPr>
          <p:cNvSpPr txBox="1">
            <a:spLocks/>
          </p:cNvSpPr>
          <p:nvPr/>
        </p:nvSpPr>
        <p:spPr>
          <a:xfrm>
            <a:off x="394238" y="1814675"/>
            <a:ext cx="11295755" cy="7076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latin typeface="Arial Nova" panose="020B0504020202020204" pitchFamily="34" charset="0"/>
              </a:rPr>
              <a:t>We’re launching a new program to scale GenAI adoption in engineering and we’re inviting you to help lead the way.</a:t>
            </a:r>
          </a:p>
        </p:txBody>
      </p:sp>
      <p:sp>
        <p:nvSpPr>
          <p:cNvPr id="5" name="TextBox 4">
            <a:extLst>
              <a:ext uri="{FF2B5EF4-FFF2-40B4-BE49-F238E27FC236}">
                <a16:creationId xmlns:a16="http://schemas.microsoft.com/office/drawing/2014/main" id="{A24706FB-9028-1C62-833F-765EB6DD0322}"/>
              </a:ext>
            </a:extLst>
          </p:cNvPr>
          <p:cNvSpPr txBox="1"/>
          <p:nvPr/>
        </p:nvSpPr>
        <p:spPr>
          <a:xfrm>
            <a:off x="394238" y="2325476"/>
            <a:ext cx="4105617" cy="1477328"/>
          </a:xfrm>
          <a:prstGeom prst="rect">
            <a:avLst/>
          </a:prstGeom>
          <a:noFill/>
        </p:spPr>
        <p:txBody>
          <a:bodyPr wrap="square" lIns="91440" tIns="91440" rIns="91440" bIns="91440" anchor="ctr">
            <a:noAutofit/>
          </a:bodyPr>
          <a:lstStyle/>
          <a:p>
            <a:r>
              <a:rPr lang="en-US" dirty="0">
                <a:latin typeface="Arial Nova" panose="020B0504020202020204" pitchFamily="34" charset="0"/>
              </a:rPr>
              <a:t>The Copilot Champions program is a voluntary initiative empowering engineers to help their teams adopt GitHub Copilot.</a:t>
            </a:r>
          </a:p>
        </p:txBody>
      </p:sp>
      <p:sp>
        <p:nvSpPr>
          <p:cNvPr id="6" name="TextBox 5">
            <a:extLst>
              <a:ext uri="{FF2B5EF4-FFF2-40B4-BE49-F238E27FC236}">
                <a16:creationId xmlns:a16="http://schemas.microsoft.com/office/drawing/2014/main" id="{DB50DA8E-1644-821C-5845-F520831B92C0}"/>
              </a:ext>
            </a:extLst>
          </p:cNvPr>
          <p:cNvSpPr txBox="1"/>
          <p:nvPr/>
        </p:nvSpPr>
        <p:spPr>
          <a:xfrm>
            <a:off x="394237" y="4682596"/>
            <a:ext cx="4105617" cy="1477328"/>
          </a:xfrm>
          <a:prstGeom prst="rect">
            <a:avLst/>
          </a:prstGeom>
          <a:noFill/>
        </p:spPr>
        <p:txBody>
          <a:bodyPr wrap="square" lIns="91440" tIns="91440" rIns="91440" bIns="91440" anchor="ctr">
            <a:noAutofit/>
          </a:bodyPr>
          <a:lstStyle/>
          <a:p>
            <a:r>
              <a:rPr lang="en-US">
                <a:latin typeface="Arial Nova" panose="020B0504020202020204" pitchFamily="34" charset="0"/>
              </a:rPr>
              <a:t>Champions are trusted peers who share tips and feedback, and lead by example, not through formal authority, but through respect and relationships.</a:t>
            </a:r>
          </a:p>
        </p:txBody>
      </p:sp>
      <p:sp>
        <p:nvSpPr>
          <p:cNvPr id="8" name="TextBox 7">
            <a:extLst>
              <a:ext uri="{FF2B5EF4-FFF2-40B4-BE49-F238E27FC236}">
                <a16:creationId xmlns:a16="http://schemas.microsoft.com/office/drawing/2014/main" id="{7417F2A5-113C-1249-CB76-2C603C0CC578}"/>
              </a:ext>
            </a:extLst>
          </p:cNvPr>
          <p:cNvSpPr txBox="1"/>
          <p:nvPr/>
        </p:nvSpPr>
        <p:spPr>
          <a:xfrm>
            <a:off x="7689117" y="2325476"/>
            <a:ext cx="4105617" cy="1477328"/>
          </a:xfrm>
          <a:prstGeom prst="rect">
            <a:avLst/>
          </a:prstGeom>
          <a:noFill/>
        </p:spPr>
        <p:txBody>
          <a:bodyPr wrap="square" lIns="91440" tIns="91440" rIns="91440" bIns="91440" anchor="ctr">
            <a:noAutofit/>
          </a:bodyPr>
          <a:lstStyle/>
          <a:p>
            <a:r>
              <a:rPr lang="en-US" dirty="0">
                <a:latin typeface="Arial Nova" panose="020B0504020202020204" pitchFamily="34" charset="0"/>
              </a:rPr>
              <a:t>Your role is to help make the AI transition smoother, smarter, and more human by being the person your teammates already turn to for insight.</a:t>
            </a:r>
          </a:p>
        </p:txBody>
      </p:sp>
      <p:sp>
        <p:nvSpPr>
          <p:cNvPr id="9" name="TextBox 8">
            <a:extLst>
              <a:ext uri="{FF2B5EF4-FFF2-40B4-BE49-F238E27FC236}">
                <a16:creationId xmlns:a16="http://schemas.microsoft.com/office/drawing/2014/main" id="{C323C3E5-DABD-931B-19F1-31AA7D686FE7}"/>
              </a:ext>
            </a:extLst>
          </p:cNvPr>
          <p:cNvSpPr txBox="1"/>
          <p:nvPr/>
        </p:nvSpPr>
        <p:spPr>
          <a:xfrm>
            <a:off x="7689117" y="4682596"/>
            <a:ext cx="4105617" cy="1477328"/>
          </a:xfrm>
          <a:prstGeom prst="rect">
            <a:avLst/>
          </a:prstGeom>
          <a:noFill/>
        </p:spPr>
        <p:txBody>
          <a:bodyPr wrap="square" lIns="91440" tIns="91440" rIns="91440" bIns="91440" anchor="ctr">
            <a:noAutofit/>
          </a:bodyPr>
          <a:lstStyle/>
          <a:p>
            <a:r>
              <a:rPr lang="en-US" dirty="0">
                <a:latin typeface="Arial Nova" panose="020B0504020202020204" pitchFamily="34" charset="0"/>
              </a:rPr>
              <a:t>You’ll be plugged into the latest tools, have early access to new AI pilots, and shape how engineering at EasyVista  evolves over time.</a:t>
            </a:r>
          </a:p>
        </p:txBody>
      </p:sp>
      <p:cxnSp>
        <p:nvCxnSpPr>
          <p:cNvPr id="10" name="Elbow Connector 9">
            <a:extLst>
              <a:ext uri="{FF2B5EF4-FFF2-40B4-BE49-F238E27FC236}">
                <a16:creationId xmlns:a16="http://schemas.microsoft.com/office/drawing/2014/main" id="{E523C7EA-4413-8A89-AA92-CF0E46454FDD}"/>
              </a:ext>
            </a:extLst>
          </p:cNvPr>
          <p:cNvCxnSpPr>
            <a:endCxn id="5" idx="3"/>
          </p:cNvCxnSpPr>
          <p:nvPr/>
        </p:nvCxnSpPr>
        <p:spPr>
          <a:xfrm rot="10800000">
            <a:off x="4499856" y="3064141"/>
            <a:ext cx="555771" cy="1233561"/>
          </a:xfrm>
          <a:prstGeom prst="bentConnector3">
            <a:avLst/>
          </a:prstGeom>
          <a:ln w="19050" cap="rnd">
            <a:solidFill>
              <a:schemeClr val="accent2"/>
            </a:solidFill>
            <a:prstDash val="sysDot"/>
            <a:round/>
            <a:tailEnd type="triangle" w="lg" len="med"/>
          </a:ln>
        </p:spPr>
        <p:style>
          <a:lnRef idx="1">
            <a:schemeClr val="accent1"/>
          </a:lnRef>
          <a:fillRef idx="0">
            <a:schemeClr val="accent1"/>
          </a:fillRef>
          <a:effectRef idx="0">
            <a:schemeClr val="accent1"/>
          </a:effectRef>
          <a:fontRef idx="minor">
            <a:schemeClr val="tx1"/>
          </a:fontRef>
        </p:style>
      </p:cxnSp>
      <p:cxnSp>
        <p:nvCxnSpPr>
          <p:cNvPr id="11" name="Elbow Connector 10">
            <a:extLst>
              <a:ext uri="{FF2B5EF4-FFF2-40B4-BE49-F238E27FC236}">
                <a16:creationId xmlns:a16="http://schemas.microsoft.com/office/drawing/2014/main" id="{039C043D-A8FF-90F4-B48A-0542D570B45E}"/>
              </a:ext>
            </a:extLst>
          </p:cNvPr>
          <p:cNvCxnSpPr>
            <a:cxnSpLocks/>
            <a:endCxn id="6" idx="3"/>
          </p:cNvCxnSpPr>
          <p:nvPr/>
        </p:nvCxnSpPr>
        <p:spPr>
          <a:xfrm rot="10800000" flipV="1">
            <a:off x="4499854" y="4297700"/>
            <a:ext cx="555772" cy="1123559"/>
          </a:xfrm>
          <a:prstGeom prst="bentConnector3">
            <a:avLst>
              <a:gd name="adj1" fmla="val 50000"/>
            </a:avLst>
          </a:prstGeom>
          <a:ln w="19050" cap="rnd">
            <a:solidFill>
              <a:schemeClr val="accent2"/>
            </a:solidFill>
            <a:prstDash val="sysDot"/>
            <a:round/>
            <a:tailEnd type="triangle" w="lg" len="med"/>
          </a:ln>
        </p:spPr>
        <p:style>
          <a:lnRef idx="1">
            <a:schemeClr val="accent1"/>
          </a:lnRef>
          <a:fillRef idx="0">
            <a:schemeClr val="accent1"/>
          </a:fillRef>
          <a:effectRef idx="0">
            <a:schemeClr val="accent1"/>
          </a:effectRef>
          <a:fontRef idx="minor">
            <a:schemeClr val="tx1"/>
          </a:fontRef>
        </p:style>
      </p:cxnSp>
      <p:cxnSp>
        <p:nvCxnSpPr>
          <p:cNvPr id="12" name="Elbow Connector 11">
            <a:extLst>
              <a:ext uri="{FF2B5EF4-FFF2-40B4-BE49-F238E27FC236}">
                <a16:creationId xmlns:a16="http://schemas.microsoft.com/office/drawing/2014/main" id="{194CD56A-3D0C-D29B-53B5-2C8F90D8903B}"/>
              </a:ext>
            </a:extLst>
          </p:cNvPr>
          <p:cNvCxnSpPr>
            <a:cxnSpLocks/>
            <a:endCxn id="8" idx="1"/>
          </p:cNvCxnSpPr>
          <p:nvPr/>
        </p:nvCxnSpPr>
        <p:spPr>
          <a:xfrm flipV="1">
            <a:off x="7133346" y="3064140"/>
            <a:ext cx="555771" cy="1233561"/>
          </a:xfrm>
          <a:prstGeom prst="bentConnector3">
            <a:avLst>
              <a:gd name="adj1" fmla="val 50000"/>
            </a:avLst>
          </a:prstGeom>
          <a:ln w="19050" cap="rnd">
            <a:solidFill>
              <a:schemeClr val="accent2"/>
            </a:solidFill>
            <a:prstDash val="sysDot"/>
            <a:round/>
            <a:tailEnd type="triangle" w="lg" len="med"/>
          </a:ln>
        </p:spPr>
        <p:style>
          <a:lnRef idx="1">
            <a:schemeClr val="accent1"/>
          </a:lnRef>
          <a:fillRef idx="0">
            <a:schemeClr val="accent1"/>
          </a:fillRef>
          <a:effectRef idx="0">
            <a:schemeClr val="accent1"/>
          </a:effectRef>
          <a:fontRef idx="minor">
            <a:schemeClr val="tx1"/>
          </a:fontRef>
        </p:style>
      </p:cxnSp>
      <p:cxnSp>
        <p:nvCxnSpPr>
          <p:cNvPr id="13" name="Elbow Connector 12">
            <a:extLst>
              <a:ext uri="{FF2B5EF4-FFF2-40B4-BE49-F238E27FC236}">
                <a16:creationId xmlns:a16="http://schemas.microsoft.com/office/drawing/2014/main" id="{F3DEC1E0-472C-FA20-9598-768A7812242C}"/>
              </a:ext>
            </a:extLst>
          </p:cNvPr>
          <p:cNvCxnSpPr>
            <a:cxnSpLocks/>
            <a:endCxn id="9" idx="1"/>
          </p:cNvCxnSpPr>
          <p:nvPr/>
        </p:nvCxnSpPr>
        <p:spPr>
          <a:xfrm>
            <a:off x="7133346" y="4297701"/>
            <a:ext cx="555771" cy="1123559"/>
          </a:xfrm>
          <a:prstGeom prst="bentConnector3">
            <a:avLst>
              <a:gd name="adj1" fmla="val 50000"/>
            </a:avLst>
          </a:prstGeom>
          <a:ln w="19050" cap="rnd">
            <a:solidFill>
              <a:schemeClr val="accent2"/>
            </a:solidFill>
            <a:prstDash val="sysDot"/>
            <a:round/>
            <a:tailEnd type="triangle" w="lg" len="med"/>
          </a:ln>
        </p:spPr>
        <p:style>
          <a:lnRef idx="1">
            <a:schemeClr val="accent1"/>
          </a:lnRef>
          <a:fillRef idx="0">
            <a:schemeClr val="accent1"/>
          </a:fillRef>
          <a:effectRef idx="0">
            <a:schemeClr val="accent1"/>
          </a:effectRef>
          <a:fontRef idx="minor">
            <a:schemeClr val="tx1"/>
          </a:fontRef>
        </p:style>
      </p:cxnSp>
      <p:pic>
        <p:nvPicPr>
          <p:cNvPr id="14" name="Picture 13" descr="Solutions ITSM et ITOM leaders sur le marché | EasyVista">
            <a:extLst>
              <a:ext uri="{FF2B5EF4-FFF2-40B4-BE49-F238E27FC236}">
                <a16:creationId xmlns:a16="http://schemas.microsoft.com/office/drawing/2014/main" id="{C6566194-2AC0-6745-9A40-CC2170571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7720" y="4128674"/>
            <a:ext cx="2239238" cy="298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186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5C0A5-8981-2A1D-EB66-844C894E20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E02CF-D79E-32B7-BE8A-C8E32080AF4B}"/>
              </a:ext>
            </a:extLst>
          </p:cNvPr>
          <p:cNvSpPr>
            <a:spLocks noGrp="1"/>
          </p:cNvSpPr>
          <p:nvPr>
            <p:ph type="title"/>
          </p:nvPr>
        </p:nvSpPr>
        <p:spPr/>
        <p:txBody>
          <a:bodyPr/>
          <a:lstStyle/>
          <a:p>
            <a:r>
              <a:rPr lang="en-US" b="1" dirty="0"/>
              <a:t>AI Champions at EasyVista</a:t>
            </a:r>
            <a:br>
              <a:rPr lang="en-US" b="1" dirty="0"/>
            </a:br>
            <a:r>
              <a:rPr lang="en-US" dirty="0"/>
              <a:t>Why Join This Program?</a:t>
            </a:r>
            <a:endParaRPr lang="en-US" b="1" dirty="0"/>
          </a:p>
        </p:txBody>
      </p:sp>
      <p:sp>
        <p:nvSpPr>
          <p:cNvPr id="7" name="Slide Number Placeholder 6">
            <a:extLst>
              <a:ext uri="{FF2B5EF4-FFF2-40B4-BE49-F238E27FC236}">
                <a16:creationId xmlns:a16="http://schemas.microsoft.com/office/drawing/2014/main" id="{470512F7-67E8-DB19-59B5-CAB4489A41EF}"/>
              </a:ext>
            </a:extLst>
          </p:cNvPr>
          <p:cNvSpPr>
            <a:spLocks noGrp="1"/>
          </p:cNvSpPr>
          <p:nvPr>
            <p:ph type="sldNum" sz="quarter" idx="12"/>
          </p:nvPr>
        </p:nvSpPr>
        <p:spPr/>
        <p:txBody>
          <a:bodyPr/>
          <a:lstStyle/>
          <a:p>
            <a:fld id="{1153F0DE-4B83-C442-BFAF-2E07D848C22E}" type="slidenum">
              <a:rPr lang="en-US" smtClean="0"/>
              <a:t>3</a:t>
            </a:fld>
            <a:endParaRPr lang="en-US"/>
          </a:p>
        </p:txBody>
      </p:sp>
      <p:sp>
        <p:nvSpPr>
          <p:cNvPr id="3" name="Content Placeholder 2">
            <a:extLst>
              <a:ext uri="{FF2B5EF4-FFF2-40B4-BE49-F238E27FC236}">
                <a16:creationId xmlns:a16="http://schemas.microsoft.com/office/drawing/2014/main" id="{E495EA46-DA98-2B01-BC65-1B32ADB2B05C}"/>
              </a:ext>
            </a:extLst>
          </p:cNvPr>
          <p:cNvSpPr txBox="1">
            <a:spLocks/>
          </p:cNvSpPr>
          <p:nvPr/>
        </p:nvSpPr>
        <p:spPr>
          <a:xfrm>
            <a:off x="325226" y="1753350"/>
            <a:ext cx="11295755" cy="7076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latin typeface="Arial Nova" panose="020B0504020202020204" pitchFamily="34" charset="0"/>
              </a:rPr>
              <a:t>This is a chance to lead, learn, and shape the future while leveling up your own AI skills along the way. You’ve been invited to join because of your success and influence at EasyVista. </a:t>
            </a:r>
          </a:p>
        </p:txBody>
      </p:sp>
      <p:grpSp>
        <p:nvGrpSpPr>
          <p:cNvPr id="15" name="Group 14">
            <a:extLst>
              <a:ext uri="{FF2B5EF4-FFF2-40B4-BE49-F238E27FC236}">
                <a16:creationId xmlns:a16="http://schemas.microsoft.com/office/drawing/2014/main" id="{B92799E0-E25F-E79D-CEB7-FB252C0E10D6}"/>
              </a:ext>
            </a:extLst>
          </p:cNvPr>
          <p:cNvGrpSpPr/>
          <p:nvPr/>
        </p:nvGrpSpPr>
        <p:grpSpPr>
          <a:xfrm>
            <a:off x="334279" y="2410838"/>
            <a:ext cx="11295755" cy="3640665"/>
            <a:chOff x="334279" y="2130760"/>
            <a:chExt cx="11295755" cy="3640665"/>
          </a:xfrm>
        </p:grpSpPr>
        <p:grpSp>
          <p:nvGrpSpPr>
            <p:cNvPr id="16" name="Group 15">
              <a:extLst>
                <a:ext uri="{FF2B5EF4-FFF2-40B4-BE49-F238E27FC236}">
                  <a16:creationId xmlns:a16="http://schemas.microsoft.com/office/drawing/2014/main" id="{8FDE02BD-ABAA-673A-50AB-AC582F79B216}"/>
                </a:ext>
              </a:extLst>
            </p:cNvPr>
            <p:cNvGrpSpPr/>
            <p:nvPr/>
          </p:nvGrpSpPr>
          <p:grpSpPr>
            <a:xfrm>
              <a:off x="334279" y="2130760"/>
              <a:ext cx="11295755" cy="569294"/>
              <a:chOff x="325226" y="2740559"/>
              <a:chExt cx="11295755" cy="569294"/>
            </a:xfrm>
          </p:grpSpPr>
          <p:sp>
            <p:nvSpPr>
              <p:cNvPr id="33" name="Rectangle 32">
                <a:extLst>
                  <a:ext uri="{FF2B5EF4-FFF2-40B4-BE49-F238E27FC236}">
                    <a16:creationId xmlns:a16="http://schemas.microsoft.com/office/drawing/2014/main" id="{E995C85B-2AC8-1EB1-BD99-33F9594B0162}"/>
                  </a:ext>
                </a:extLst>
              </p:cNvPr>
              <p:cNvSpPr/>
              <p:nvPr/>
            </p:nvSpPr>
            <p:spPr>
              <a:xfrm>
                <a:off x="325226" y="2740559"/>
                <a:ext cx="1930835" cy="569294"/>
              </a:xfrm>
              <a:prstGeom prst="rect">
                <a:avLst/>
              </a:prstGeom>
              <a:solidFill>
                <a:srgbClr val="215F9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dirty="0">
                    <a:solidFill>
                      <a:schemeClr val="bg1">
                        <a:lumMod val="95000"/>
                      </a:schemeClr>
                    </a:solidFill>
                    <a:latin typeface="Arial" panose="020B0604020202020204" pitchFamily="34" charset="0"/>
                    <a:cs typeface="Arial" panose="020B0604020202020204" pitchFamily="34" charset="0"/>
                  </a:rPr>
                  <a:t>Exclusive Access</a:t>
                </a:r>
                <a:endParaRPr lang="en-US" sz="1400" dirty="0">
                  <a:solidFill>
                    <a:schemeClr val="bg1">
                      <a:lumMod val="95000"/>
                    </a:schemeClr>
                  </a:solidFill>
                  <a:latin typeface="Arial" panose="020B0604020202020204" pitchFamily="34" charset="0"/>
                  <a:cs typeface="Arial" panose="020B0604020202020204" pitchFamily="34" charset="0"/>
                </a:endParaRPr>
              </a:p>
            </p:txBody>
          </p:sp>
          <p:sp>
            <p:nvSpPr>
              <p:cNvPr id="34" name="Rectangle 33">
                <a:extLst>
                  <a:ext uri="{FF2B5EF4-FFF2-40B4-BE49-F238E27FC236}">
                    <a16:creationId xmlns:a16="http://schemas.microsoft.com/office/drawing/2014/main" id="{E7AE8CC3-FB72-1CC6-6587-D54C16434842}"/>
                  </a:ext>
                </a:extLst>
              </p:cNvPr>
              <p:cNvSpPr/>
              <p:nvPr/>
            </p:nvSpPr>
            <p:spPr>
              <a:xfrm>
                <a:off x="2662388" y="2740559"/>
                <a:ext cx="8958593" cy="56929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dirty="0">
                    <a:solidFill>
                      <a:schemeClr val="tx1"/>
                    </a:solidFill>
                    <a:latin typeface="Arial" panose="020B0604020202020204" pitchFamily="34" charset="0"/>
                    <a:cs typeface="Arial" panose="020B0604020202020204" pitchFamily="34" charset="0"/>
                  </a:rPr>
                  <a:t>First-in-line to use our next generation AI tools as part of pilot cohorts or evaluation users.</a:t>
                </a:r>
                <a:endParaRPr lang="en-US" sz="1400" dirty="0">
                  <a:solidFill>
                    <a:schemeClr val="tx1"/>
                  </a:solidFill>
                  <a:latin typeface="Arial" panose="020B0604020202020204" pitchFamily="34" charset="0"/>
                  <a:cs typeface="Arial" panose="020B0604020202020204" pitchFamily="34" charset="0"/>
                </a:endParaRPr>
              </a:p>
            </p:txBody>
          </p:sp>
          <p:cxnSp>
            <p:nvCxnSpPr>
              <p:cNvPr id="35" name="Straight Arrow Connector 34">
                <a:extLst>
                  <a:ext uri="{FF2B5EF4-FFF2-40B4-BE49-F238E27FC236}">
                    <a16:creationId xmlns:a16="http://schemas.microsoft.com/office/drawing/2014/main" id="{3D921B20-2651-6091-6207-D997112ED4DF}"/>
                  </a:ext>
                </a:extLst>
              </p:cNvPr>
              <p:cNvCxnSpPr>
                <a:cxnSpLocks/>
                <a:stCxn id="33" idx="3"/>
                <a:endCxn id="34" idx="1"/>
              </p:cNvCxnSpPr>
              <p:nvPr/>
            </p:nvCxnSpPr>
            <p:spPr>
              <a:xfrm>
                <a:off x="2256061" y="3025206"/>
                <a:ext cx="4063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C4C221A3-4C88-AE70-1CB2-0A95B56430CB}"/>
                </a:ext>
              </a:extLst>
            </p:cNvPr>
            <p:cNvGrpSpPr/>
            <p:nvPr/>
          </p:nvGrpSpPr>
          <p:grpSpPr>
            <a:xfrm>
              <a:off x="334279" y="2898603"/>
              <a:ext cx="11295755" cy="569294"/>
              <a:chOff x="325226" y="3570192"/>
              <a:chExt cx="11295755" cy="569294"/>
            </a:xfrm>
          </p:grpSpPr>
          <p:sp>
            <p:nvSpPr>
              <p:cNvPr id="30" name="Rectangle 29">
                <a:extLst>
                  <a:ext uri="{FF2B5EF4-FFF2-40B4-BE49-F238E27FC236}">
                    <a16:creationId xmlns:a16="http://schemas.microsoft.com/office/drawing/2014/main" id="{893F3B59-A4B1-7790-878A-17B02C98D665}"/>
                  </a:ext>
                </a:extLst>
              </p:cNvPr>
              <p:cNvSpPr/>
              <p:nvPr/>
            </p:nvSpPr>
            <p:spPr>
              <a:xfrm>
                <a:off x="325226" y="3570192"/>
                <a:ext cx="1930835" cy="569294"/>
              </a:xfrm>
              <a:prstGeom prst="rect">
                <a:avLst/>
              </a:prstGeom>
              <a:solidFill>
                <a:srgbClr val="215F9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a:solidFill>
                      <a:schemeClr val="bg1">
                        <a:lumMod val="95000"/>
                      </a:schemeClr>
                    </a:solidFill>
                    <a:latin typeface="Arial" panose="020B0604020202020204" pitchFamily="34" charset="0"/>
                    <a:cs typeface="Arial" panose="020B0604020202020204" pitchFamily="34" charset="0"/>
                  </a:rPr>
                  <a:t>Skill Development</a:t>
                </a:r>
                <a:endParaRPr lang="en-US" sz="1400">
                  <a:solidFill>
                    <a:schemeClr val="bg1">
                      <a:lumMod val="95000"/>
                    </a:schemeClr>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7EEC84FC-BB9F-313D-2A27-599B621C8E6A}"/>
                  </a:ext>
                </a:extLst>
              </p:cNvPr>
              <p:cNvSpPr/>
              <p:nvPr/>
            </p:nvSpPr>
            <p:spPr>
              <a:xfrm>
                <a:off x="2662388" y="3570192"/>
                <a:ext cx="8958593" cy="56929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a:solidFill>
                      <a:schemeClr val="tx1"/>
                    </a:solidFill>
                    <a:latin typeface="Arial" panose="020B0604020202020204" pitchFamily="34" charset="0"/>
                    <a:cs typeface="Arial" panose="020B0604020202020204" pitchFamily="34" charset="0"/>
                  </a:rPr>
                  <a:t>Sharpen your own AI fluency, learn faster by helping others and stay at the edge of modern practices.</a:t>
                </a:r>
              </a:p>
            </p:txBody>
          </p:sp>
          <p:cxnSp>
            <p:nvCxnSpPr>
              <p:cNvPr id="32" name="Straight Arrow Connector 31">
                <a:extLst>
                  <a:ext uri="{FF2B5EF4-FFF2-40B4-BE49-F238E27FC236}">
                    <a16:creationId xmlns:a16="http://schemas.microsoft.com/office/drawing/2014/main" id="{A8757C3D-1564-42EC-FF32-12AE6246EE6B}"/>
                  </a:ext>
                </a:extLst>
              </p:cNvPr>
              <p:cNvCxnSpPr>
                <a:cxnSpLocks/>
                <a:stCxn id="30" idx="3"/>
                <a:endCxn id="31" idx="1"/>
              </p:cNvCxnSpPr>
              <p:nvPr/>
            </p:nvCxnSpPr>
            <p:spPr>
              <a:xfrm>
                <a:off x="2256061" y="3854839"/>
                <a:ext cx="4063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243F3BFE-35FD-C511-8C93-79EF78C74A25}"/>
                </a:ext>
              </a:extLst>
            </p:cNvPr>
            <p:cNvGrpSpPr/>
            <p:nvPr/>
          </p:nvGrpSpPr>
          <p:grpSpPr>
            <a:xfrm>
              <a:off x="334279" y="3666446"/>
              <a:ext cx="11295755" cy="569294"/>
              <a:chOff x="325226" y="4399825"/>
              <a:chExt cx="11295755" cy="569294"/>
            </a:xfrm>
          </p:grpSpPr>
          <p:sp>
            <p:nvSpPr>
              <p:cNvPr id="27" name="Rectangle 26">
                <a:extLst>
                  <a:ext uri="{FF2B5EF4-FFF2-40B4-BE49-F238E27FC236}">
                    <a16:creationId xmlns:a16="http://schemas.microsoft.com/office/drawing/2014/main" id="{59FE8883-0806-2050-2093-4545B83701AB}"/>
                  </a:ext>
                </a:extLst>
              </p:cNvPr>
              <p:cNvSpPr/>
              <p:nvPr/>
            </p:nvSpPr>
            <p:spPr>
              <a:xfrm>
                <a:off x="325226" y="4399825"/>
                <a:ext cx="1930835" cy="569294"/>
              </a:xfrm>
              <a:prstGeom prst="rect">
                <a:avLst/>
              </a:prstGeom>
              <a:solidFill>
                <a:srgbClr val="215F9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a:solidFill>
                      <a:schemeClr val="bg1">
                        <a:lumMod val="95000"/>
                      </a:schemeClr>
                    </a:solidFill>
                    <a:latin typeface="Arial" panose="020B0604020202020204" pitchFamily="34" charset="0"/>
                    <a:cs typeface="Arial" panose="020B0604020202020204" pitchFamily="34" charset="0"/>
                  </a:rPr>
                  <a:t>Peer Impact</a:t>
                </a:r>
                <a:endParaRPr lang="en-US" sz="1400">
                  <a:solidFill>
                    <a:schemeClr val="bg1">
                      <a:lumMod val="95000"/>
                    </a:schemeClr>
                  </a:solidFill>
                  <a:latin typeface="Arial" panose="020B0604020202020204" pitchFamily="34" charset="0"/>
                  <a:cs typeface="Arial" panose="020B0604020202020204" pitchFamily="34" charset="0"/>
                </a:endParaRPr>
              </a:p>
            </p:txBody>
          </p:sp>
          <p:sp>
            <p:nvSpPr>
              <p:cNvPr id="28" name="Rectangle 27">
                <a:extLst>
                  <a:ext uri="{FF2B5EF4-FFF2-40B4-BE49-F238E27FC236}">
                    <a16:creationId xmlns:a16="http://schemas.microsoft.com/office/drawing/2014/main" id="{1B84D457-2AB3-6A65-EBEC-CA13EAE50FD8}"/>
                  </a:ext>
                </a:extLst>
              </p:cNvPr>
              <p:cNvSpPr/>
              <p:nvPr/>
            </p:nvSpPr>
            <p:spPr>
              <a:xfrm>
                <a:off x="2662388" y="4399825"/>
                <a:ext cx="8958593" cy="56929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dirty="0">
                    <a:solidFill>
                      <a:schemeClr val="tx1"/>
                    </a:solidFill>
                    <a:latin typeface="Arial" panose="020B0604020202020204" pitchFamily="34" charset="0"/>
                    <a:cs typeface="Arial" panose="020B0604020202020204" pitchFamily="34" charset="0"/>
                  </a:rPr>
                  <a:t>You’ll influence how your team works through trust, coaching, and community.</a:t>
                </a:r>
                <a:endParaRPr lang="en-US" sz="1400" dirty="0">
                  <a:solidFill>
                    <a:schemeClr val="tx1"/>
                  </a:solidFill>
                  <a:latin typeface="Arial" panose="020B0604020202020204" pitchFamily="34" charset="0"/>
                  <a:cs typeface="Arial" panose="020B0604020202020204" pitchFamily="34" charset="0"/>
                </a:endParaRPr>
              </a:p>
            </p:txBody>
          </p:sp>
          <p:cxnSp>
            <p:nvCxnSpPr>
              <p:cNvPr id="29" name="Straight Arrow Connector 28">
                <a:extLst>
                  <a:ext uri="{FF2B5EF4-FFF2-40B4-BE49-F238E27FC236}">
                    <a16:creationId xmlns:a16="http://schemas.microsoft.com/office/drawing/2014/main" id="{EB9B08EF-2F53-7F95-CF54-C1EEF821A58C}"/>
                  </a:ext>
                </a:extLst>
              </p:cNvPr>
              <p:cNvCxnSpPr>
                <a:cxnSpLocks/>
                <a:stCxn id="27" idx="3"/>
                <a:endCxn id="28" idx="1"/>
              </p:cNvCxnSpPr>
              <p:nvPr/>
            </p:nvCxnSpPr>
            <p:spPr>
              <a:xfrm>
                <a:off x="2256061" y="4684472"/>
                <a:ext cx="4063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786F82BF-AAE9-A1B3-C436-25E2D510AEEB}"/>
                </a:ext>
              </a:extLst>
            </p:cNvPr>
            <p:cNvGrpSpPr/>
            <p:nvPr/>
          </p:nvGrpSpPr>
          <p:grpSpPr>
            <a:xfrm>
              <a:off x="334279" y="4434289"/>
              <a:ext cx="11295755" cy="569294"/>
              <a:chOff x="325226" y="5229457"/>
              <a:chExt cx="11295755" cy="569294"/>
            </a:xfrm>
          </p:grpSpPr>
          <p:sp>
            <p:nvSpPr>
              <p:cNvPr id="24" name="Rectangle 23">
                <a:extLst>
                  <a:ext uri="{FF2B5EF4-FFF2-40B4-BE49-F238E27FC236}">
                    <a16:creationId xmlns:a16="http://schemas.microsoft.com/office/drawing/2014/main" id="{7704F7C8-FADE-22A8-4215-0099A3147740}"/>
                  </a:ext>
                </a:extLst>
              </p:cNvPr>
              <p:cNvSpPr/>
              <p:nvPr/>
            </p:nvSpPr>
            <p:spPr>
              <a:xfrm>
                <a:off x="325226" y="5229457"/>
                <a:ext cx="1930835" cy="569294"/>
              </a:xfrm>
              <a:prstGeom prst="rect">
                <a:avLst/>
              </a:prstGeom>
              <a:solidFill>
                <a:srgbClr val="215F9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a:solidFill>
                      <a:schemeClr val="bg1">
                        <a:lumMod val="95000"/>
                      </a:schemeClr>
                    </a:solidFill>
                    <a:latin typeface="Arial" panose="020B0604020202020204" pitchFamily="34" charset="0"/>
                    <a:cs typeface="Arial" panose="020B0604020202020204" pitchFamily="34" charset="0"/>
                  </a:rPr>
                  <a:t>Professional Growth</a:t>
                </a:r>
                <a:endParaRPr lang="en-US" sz="1400">
                  <a:solidFill>
                    <a:schemeClr val="bg1">
                      <a:lumMod val="95000"/>
                    </a:schemeClr>
                  </a:solidFill>
                  <a:latin typeface="Arial" panose="020B0604020202020204" pitchFamily="34" charset="0"/>
                  <a:cs typeface="Arial" panose="020B0604020202020204" pitchFamily="34" charset="0"/>
                </a:endParaRPr>
              </a:p>
            </p:txBody>
          </p:sp>
          <p:sp>
            <p:nvSpPr>
              <p:cNvPr id="25" name="Rectangle 24">
                <a:extLst>
                  <a:ext uri="{FF2B5EF4-FFF2-40B4-BE49-F238E27FC236}">
                    <a16:creationId xmlns:a16="http://schemas.microsoft.com/office/drawing/2014/main" id="{EDB0C858-FB19-19B2-EE6F-88960634024A}"/>
                  </a:ext>
                </a:extLst>
              </p:cNvPr>
              <p:cNvSpPr/>
              <p:nvPr/>
            </p:nvSpPr>
            <p:spPr>
              <a:xfrm>
                <a:off x="2662388" y="5229457"/>
                <a:ext cx="8958593" cy="56929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a:solidFill>
                      <a:schemeClr val="tx1"/>
                    </a:solidFill>
                    <a:latin typeface="Arial" panose="020B0604020202020204" pitchFamily="34" charset="0"/>
                    <a:cs typeface="Arial" panose="020B0604020202020204" pitchFamily="34" charset="0"/>
                  </a:rPr>
                  <a:t>Opportunity to demonstrate leadership, build credibility, and be recognized by engineering leadership.</a:t>
                </a:r>
              </a:p>
            </p:txBody>
          </p:sp>
          <p:cxnSp>
            <p:nvCxnSpPr>
              <p:cNvPr id="26" name="Straight Arrow Connector 25">
                <a:extLst>
                  <a:ext uri="{FF2B5EF4-FFF2-40B4-BE49-F238E27FC236}">
                    <a16:creationId xmlns:a16="http://schemas.microsoft.com/office/drawing/2014/main" id="{E1DF47AF-88F4-3838-4E79-6839A8D00E81}"/>
                  </a:ext>
                </a:extLst>
              </p:cNvPr>
              <p:cNvCxnSpPr>
                <a:cxnSpLocks/>
                <a:stCxn id="24" idx="3"/>
                <a:endCxn id="25" idx="1"/>
              </p:cNvCxnSpPr>
              <p:nvPr/>
            </p:nvCxnSpPr>
            <p:spPr>
              <a:xfrm>
                <a:off x="2256061" y="5514104"/>
                <a:ext cx="4063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E4B2D08E-BDC7-776E-0567-7CF45850F655}"/>
                </a:ext>
              </a:extLst>
            </p:cNvPr>
            <p:cNvGrpSpPr/>
            <p:nvPr/>
          </p:nvGrpSpPr>
          <p:grpSpPr>
            <a:xfrm>
              <a:off x="334279" y="5202131"/>
              <a:ext cx="11295755" cy="569294"/>
              <a:chOff x="325226" y="6020157"/>
              <a:chExt cx="11295755" cy="569294"/>
            </a:xfrm>
          </p:grpSpPr>
          <p:sp>
            <p:nvSpPr>
              <p:cNvPr id="21" name="Rectangle 20">
                <a:extLst>
                  <a:ext uri="{FF2B5EF4-FFF2-40B4-BE49-F238E27FC236}">
                    <a16:creationId xmlns:a16="http://schemas.microsoft.com/office/drawing/2014/main" id="{28EEB352-EF06-285C-42FE-AD5DF7C888EA}"/>
                  </a:ext>
                </a:extLst>
              </p:cNvPr>
              <p:cNvSpPr/>
              <p:nvPr/>
            </p:nvSpPr>
            <p:spPr>
              <a:xfrm>
                <a:off x="325226" y="6020157"/>
                <a:ext cx="1930835" cy="569294"/>
              </a:xfrm>
              <a:prstGeom prst="rect">
                <a:avLst/>
              </a:prstGeom>
              <a:solidFill>
                <a:srgbClr val="215F9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a:solidFill>
                      <a:schemeClr val="bg1">
                        <a:lumMod val="95000"/>
                      </a:schemeClr>
                    </a:solidFill>
                    <a:latin typeface="Arial" panose="020B0604020202020204" pitchFamily="34" charset="0"/>
                    <a:cs typeface="Arial" panose="020B0604020202020204" pitchFamily="34" charset="0"/>
                  </a:rPr>
                  <a:t>Make Work Better</a:t>
                </a:r>
                <a:endParaRPr lang="en-US" sz="1400">
                  <a:solidFill>
                    <a:schemeClr val="bg1">
                      <a:lumMod val="95000"/>
                    </a:schemeClr>
                  </a:solidFill>
                  <a:latin typeface="Arial" panose="020B0604020202020204" pitchFamily="34" charset="0"/>
                  <a:cs typeface="Arial" panose="020B0604020202020204" pitchFamily="34" charset="0"/>
                </a:endParaRPr>
              </a:p>
            </p:txBody>
          </p:sp>
          <p:sp>
            <p:nvSpPr>
              <p:cNvPr id="22" name="Rectangle 21">
                <a:extLst>
                  <a:ext uri="{FF2B5EF4-FFF2-40B4-BE49-F238E27FC236}">
                    <a16:creationId xmlns:a16="http://schemas.microsoft.com/office/drawing/2014/main" id="{7419B9F5-83EA-23BB-8940-AA05118956F8}"/>
                  </a:ext>
                </a:extLst>
              </p:cNvPr>
              <p:cNvSpPr/>
              <p:nvPr/>
            </p:nvSpPr>
            <p:spPr>
              <a:xfrm>
                <a:off x="2662388" y="6020157"/>
                <a:ext cx="8958593" cy="56929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p>
                <a:r>
                  <a:rPr lang="en-US" sz="1400" b="1">
                    <a:solidFill>
                      <a:schemeClr val="tx1"/>
                    </a:solidFill>
                    <a:latin typeface="Arial" panose="020B0604020202020204" pitchFamily="34" charset="0"/>
                    <a:cs typeface="Arial" panose="020B0604020202020204" pitchFamily="34" charset="0"/>
                  </a:rPr>
                  <a:t>Help your teammates reduce grunt work, avoid blockers, and rediscover the joys of engineering.</a:t>
                </a:r>
                <a:endParaRPr lang="en-US" sz="1400">
                  <a:solidFill>
                    <a:schemeClr val="tx1"/>
                  </a:solidFill>
                  <a:latin typeface="Arial" panose="020B0604020202020204" pitchFamily="34" charset="0"/>
                  <a:cs typeface="Arial" panose="020B0604020202020204" pitchFamily="34" charset="0"/>
                </a:endParaRPr>
              </a:p>
            </p:txBody>
          </p:sp>
          <p:cxnSp>
            <p:nvCxnSpPr>
              <p:cNvPr id="23" name="Straight Arrow Connector 22">
                <a:extLst>
                  <a:ext uri="{FF2B5EF4-FFF2-40B4-BE49-F238E27FC236}">
                    <a16:creationId xmlns:a16="http://schemas.microsoft.com/office/drawing/2014/main" id="{6AA4E7F4-366E-CB42-AAE3-A4530403FE8E}"/>
                  </a:ext>
                </a:extLst>
              </p:cNvPr>
              <p:cNvCxnSpPr>
                <a:cxnSpLocks/>
                <a:stCxn id="21" idx="3"/>
                <a:endCxn id="22" idx="1"/>
              </p:cNvCxnSpPr>
              <p:nvPr/>
            </p:nvCxnSpPr>
            <p:spPr>
              <a:xfrm>
                <a:off x="2256061" y="6304804"/>
                <a:ext cx="40632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206828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6B1AE-835F-AC5C-0BDE-2AA02BF14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92EF0-B361-AAE7-BB8B-5E2DA6E43A20}"/>
              </a:ext>
            </a:extLst>
          </p:cNvPr>
          <p:cNvSpPr>
            <a:spLocks noGrp="1"/>
          </p:cNvSpPr>
          <p:nvPr>
            <p:ph type="title"/>
          </p:nvPr>
        </p:nvSpPr>
        <p:spPr/>
        <p:txBody>
          <a:bodyPr/>
          <a:lstStyle/>
          <a:p>
            <a:r>
              <a:rPr lang="en-US" b="1" dirty="0"/>
              <a:t>AI Champions at EasyVista</a:t>
            </a:r>
            <a:br>
              <a:rPr lang="en-US" b="1" dirty="0"/>
            </a:br>
            <a:r>
              <a:rPr lang="en-US" dirty="0"/>
              <a:t>Expectations of a Champion</a:t>
            </a:r>
            <a:endParaRPr lang="en-US" b="1" dirty="0"/>
          </a:p>
        </p:txBody>
      </p:sp>
      <p:sp>
        <p:nvSpPr>
          <p:cNvPr id="7" name="Slide Number Placeholder 6">
            <a:extLst>
              <a:ext uri="{FF2B5EF4-FFF2-40B4-BE49-F238E27FC236}">
                <a16:creationId xmlns:a16="http://schemas.microsoft.com/office/drawing/2014/main" id="{645289BD-55F5-9B69-70B6-62935EB54D31}"/>
              </a:ext>
            </a:extLst>
          </p:cNvPr>
          <p:cNvSpPr>
            <a:spLocks noGrp="1"/>
          </p:cNvSpPr>
          <p:nvPr>
            <p:ph type="sldNum" sz="quarter" idx="12"/>
          </p:nvPr>
        </p:nvSpPr>
        <p:spPr/>
        <p:txBody>
          <a:bodyPr/>
          <a:lstStyle/>
          <a:p>
            <a:fld id="{1153F0DE-4B83-C442-BFAF-2E07D848C22E}" type="slidenum">
              <a:rPr lang="en-US" smtClean="0"/>
              <a:t>4</a:t>
            </a:fld>
            <a:endParaRPr lang="en-US"/>
          </a:p>
        </p:txBody>
      </p:sp>
      <p:sp>
        <p:nvSpPr>
          <p:cNvPr id="3" name="Content Placeholder 2">
            <a:extLst>
              <a:ext uri="{FF2B5EF4-FFF2-40B4-BE49-F238E27FC236}">
                <a16:creationId xmlns:a16="http://schemas.microsoft.com/office/drawing/2014/main" id="{134A5134-4921-8957-2CF6-F328EB6F62E0}"/>
              </a:ext>
            </a:extLst>
          </p:cNvPr>
          <p:cNvSpPr txBox="1">
            <a:spLocks/>
          </p:cNvSpPr>
          <p:nvPr/>
        </p:nvSpPr>
        <p:spPr>
          <a:xfrm>
            <a:off x="325226" y="1702741"/>
            <a:ext cx="11295755" cy="941827"/>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latin typeface="Arial Nova" panose="020B0504020202020204" pitchFamily="34" charset="0"/>
              </a:rPr>
              <a:t>Champions are contributors, not just adopters. You’ll help create cultural momentum across R&amp;D, not manage user compliance. </a:t>
            </a:r>
          </a:p>
        </p:txBody>
      </p:sp>
      <p:sp>
        <p:nvSpPr>
          <p:cNvPr id="4" name="TextBox 3">
            <a:extLst>
              <a:ext uri="{FF2B5EF4-FFF2-40B4-BE49-F238E27FC236}">
                <a16:creationId xmlns:a16="http://schemas.microsoft.com/office/drawing/2014/main" id="{1A099227-E8CA-42FA-41D5-EC78D8FB6E7B}"/>
              </a:ext>
            </a:extLst>
          </p:cNvPr>
          <p:cNvSpPr txBox="1"/>
          <p:nvPr/>
        </p:nvSpPr>
        <p:spPr>
          <a:xfrm>
            <a:off x="4843367" y="2994744"/>
            <a:ext cx="6777609" cy="3189925"/>
          </a:xfrm>
          <a:prstGeom prst="rect">
            <a:avLst/>
          </a:prstGeom>
          <a:noFill/>
        </p:spPr>
        <p:txBody>
          <a:bodyPr wrap="square" lIns="0" tIns="0" rIns="0" bIns="0" anchor="ctr">
            <a:noAutofit/>
          </a:bodyPr>
          <a:lstStyle/>
          <a:p>
            <a:pPr algn="ctr"/>
            <a:r>
              <a:rPr lang="en-US" b="1" dirty="0">
                <a:latin typeface="Arial Nova" panose="020B0504020202020204" pitchFamily="34" charset="0"/>
              </a:rPr>
              <a:t>What do you think champions can do to help boost</a:t>
            </a:r>
            <a:br>
              <a:rPr lang="en-US" b="1" dirty="0">
                <a:latin typeface="Arial Nova" panose="020B0504020202020204" pitchFamily="34" charset="0"/>
              </a:rPr>
            </a:br>
            <a:r>
              <a:rPr lang="en-US" b="1" dirty="0">
                <a:latin typeface="Arial Nova" panose="020B0504020202020204" pitchFamily="34" charset="0"/>
              </a:rPr>
              <a:t>adoption and AI momentum across EasyVista?</a:t>
            </a:r>
          </a:p>
        </p:txBody>
      </p:sp>
      <p:sp>
        <p:nvSpPr>
          <p:cNvPr id="5" name="TextBox 4">
            <a:extLst>
              <a:ext uri="{FF2B5EF4-FFF2-40B4-BE49-F238E27FC236}">
                <a16:creationId xmlns:a16="http://schemas.microsoft.com/office/drawing/2014/main" id="{C046B4ED-B363-C6AB-9DB2-1C7B8A687C95}"/>
              </a:ext>
            </a:extLst>
          </p:cNvPr>
          <p:cNvSpPr txBox="1"/>
          <p:nvPr/>
        </p:nvSpPr>
        <p:spPr>
          <a:xfrm>
            <a:off x="343332" y="2994743"/>
            <a:ext cx="3603974" cy="3189926"/>
          </a:xfrm>
          <a:prstGeom prst="rect">
            <a:avLst/>
          </a:prstGeom>
          <a:noFill/>
        </p:spPr>
        <p:txBody>
          <a:bodyPr wrap="square" lIns="0" tIns="0" rIns="0" bIns="0">
            <a:noAutofit/>
          </a:bodyPr>
          <a:lstStyle/>
          <a:p>
            <a:pPr marL="285750" indent="-285750">
              <a:buFont typeface="Arial" panose="020B0604020202020204" pitchFamily="34" charset="0"/>
              <a:buChar char="•"/>
            </a:pPr>
            <a:r>
              <a:rPr lang="en-US" dirty="0">
                <a:latin typeface="Arial Nova" panose="020B0504020202020204" pitchFamily="34" charset="0"/>
              </a:rPr>
              <a:t>You’re respected and trusted by your team.</a:t>
            </a:r>
          </a:p>
          <a:p>
            <a:pPr marL="285750" indent="-285750">
              <a:buFont typeface="Arial" panose="020B0604020202020204" pitchFamily="34" charset="0"/>
              <a:buChar char="•"/>
            </a:pPr>
            <a:r>
              <a:rPr lang="en-US" dirty="0">
                <a:latin typeface="Arial Nova" panose="020B0504020202020204" pitchFamily="34" charset="0"/>
              </a:rPr>
              <a:t>You’re curious about GenAI, even if not an expert.</a:t>
            </a:r>
          </a:p>
          <a:p>
            <a:pPr marL="285750" indent="-285750">
              <a:buFont typeface="Arial" panose="020B0604020202020204" pitchFamily="34" charset="0"/>
              <a:buChar char="•"/>
            </a:pPr>
            <a:r>
              <a:rPr lang="en-US" dirty="0">
                <a:latin typeface="Arial Nova" panose="020B0504020202020204" pitchFamily="34" charset="0"/>
              </a:rPr>
              <a:t>You enjoy helping others and sharing what you learn.</a:t>
            </a:r>
          </a:p>
          <a:p>
            <a:pPr marL="285750" indent="-285750">
              <a:buFont typeface="Arial" panose="020B0604020202020204" pitchFamily="34" charset="0"/>
              <a:buChar char="•"/>
            </a:pPr>
            <a:r>
              <a:rPr lang="en-US" dirty="0">
                <a:latin typeface="Arial Nova" panose="020B0504020202020204" pitchFamily="34" charset="0"/>
              </a:rPr>
              <a:t>You represent one of </a:t>
            </a:r>
            <a:r>
              <a:rPr lang="en-US" dirty="0" err="1">
                <a:latin typeface="Arial Nova" panose="020B0504020202020204" pitchFamily="34" charset="0"/>
              </a:rPr>
              <a:t>EasyVista’s</a:t>
            </a:r>
            <a:r>
              <a:rPr lang="en-US" dirty="0">
                <a:latin typeface="Arial Nova" panose="020B0504020202020204" pitchFamily="34" charset="0"/>
              </a:rPr>
              <a:t> many voices—ICs, leads, QA, infra, full-stack, backend, etc.</a:t>
            </a:r>
          </a:p>
          <a:p>
            <a:pPr marL="285750" indent="-285750">
              <a:buFont typeface="Arial" panose="020B0604020202020204" pitchFamily="34" charset="0"/>
              <a:buChar char="•"/>
            </a:pPr>
            <a:r>
              <a:rPr lang="en-US" dirty="0">
                <a:latin typeface="Arial Nova" panose="020B0504020202020204" pitchFamily="34" charset="0"/>
              </a:rPr>
              <a:t>You want to spend time to help us move faster, better, together.</a:t>
            </a:r>
          </a:p>
        </p:txBody>
      </p:sp>
      <p:sp>
        <p:nvSpPr>
          <p:cNvPr id="6" name="Content Placeholder 2">
            <a:extLst>
              <a:ext uri="{FF2B5EF4-FFF2-40B4-BE49-F238E27FC236}">
                <a16:creationId xmlns:a16="http://schemas.microsoft.com/office/drawing/2014/main" id="{8DCEB903-98FF-5718-83CF-68DC34090EAD}"/>
              </a:ext>
            </a:extLst>
          </p:cNvPr>
          <p:cNvSpPr txBox="1">
            <a:spLocks/>
          </p:cNvSpPr>
          <p:nvPr/>
        </p:nvSpPr>
        <p:spPr>
          <a:xfrm>
            <a:off x="325226" y="2340477"/>
            <a:ext cx="3603976" cy="476217"/>
          </a:xfrm>
          <a:prstGeom prst="rect">
            <a:avLst/>
          </a:prstGeom>
          <a:solidFill>
            <a:srgbClr val="215F9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defPPr>
              <a:defRPr lang="en-PT"/>
            </a:defPPr>
            <a:lvl1pPr>
              <a:defRPr sz="1400" b="1">
                <a:solidFill>
                  <a:schemeClr val="bg1">
                    <a:lumMod val="95000"/>
                  </a:schemeClr>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dirty="0"/>
              <a:t>Why You’ve Been Invited</a:t>
            </a:r>
          </a:p>
        </p:txBody>
      </p:sp>
      <p:cxnSp>
        <p:nvCxnSpPr>
          <p:cNvPr id="8" name="Straight Connector 7">
            <a:extLst>
              <a:ext uri="{FF2B5EF4-FFF2-40B4-BE49-F238E27FC236}">
                <a16:creationId xmlns:a16="http://schemas.microsoft.com/office/drawing/2014/main" id="{20D03FE0-3169-46FF-9318-7B232FAB3F2D}"/>
              </a:ext>
            </a:extLst>
          </p:cNvPr>
          <p:cNvCxnSpPr>
            <a:cxnSpLocks/>
          </p:cNvCxnSpPr>
          <p:nvPr/>
        </p:nvCxnSpPr>
        <p:spPr>
          <a:xfrm>
            <a:off x="4386285" y="2340477"/>
            <a:ext cx="0" cy="3786003"/>
          </a:xfrm>
          <a:prstGeom prst="line">
            <a:avLst/>
          </a:prstGeom>
        </p:spPr>
        <p:style>
          <a:lnRef idx="2">
            <a:schemeClr val="accent1"/>
          </a:lnRef>
          <a:fillRef idx="0">
            <a:schemeClr val="accent1"/>
          </a:fillRef>
          <a:effectRef idx="1">
            <a:schemeClr val="accent1"/>
          </a:effectRef>
          <a:fontRef idx="minor">
            <a:schemeClr val="tx1"/>
          </a:fontRef>
        </p:style>
      </p:cxnSp>
      <p:sp>
        <p:nvSpPr>
          <p:cNvPr id="9" name="Content Placeholder 2">
            <a:extLst>
              <a:ext uri="{FF2B5EF4-FFF2-40B4-BE49-F238E27FC236}">
                <a16:creationId xmlns:a16="http://schemas.microsoft.com/office/drawing/2014/main" id="{1E968600-D432-F485-121B-12B5AFF5D054}"/>
              </a:ext>
            </a:extLst>
          </p:cNvPr>
          <p:cNvSpPr txBox="1">
            <a:spLocks/>
          </p:cNvSpPr>
          <p:nvPr/>
        </p:nvSpPr>
        <p:spPr>
          <a:xfrm>
            <a:off x="4825261" y="2340477"/>
            <a:ext cx="6777618" cy="476217"/>
          </a:xfrm>
          <a:prstGeom prst="rect">
            <a:avLst/>
          </a:prstGeom>
          <a:solidFill>
            <a:srgbClr val="215F9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defPPr>
              <a:defRPr lang="en-PT"/>
            </a:defPPr>
            <a:lvl1pPr>
              <a:defRPr sz="1400" b="1">
                <a:solidFill>
                  <a:schemeClr val="bg1">
                    <a:lumMod val="95000"/>
                  </a:schemeClr>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a:t>What’s Expected of Champions</a:t>
            </a:r>
          </a:p>
        </p:txBody>
      </p:sp>
    </p:spTree>
    <p:extLst>
      <p:ext uri="{BB962C8B-B14F-4D97-AF65-F5344CB8AC3E}">
        <p14:creationId xmlns:p14="http://schemas.microsoft.com/office/powerpoint/2010/main" val="3101126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3E280-F245-BF5F-F505-582406ECF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836CB-6066-0773-8C51-3E4E3DA8AAC5}"/>
              </a:ext>
            </a:extLst>
          </p:cNvPr>
          <p:cNvSpPr>
            <a:spLocks noGrp="1"/>
          </p:cNvSpPr>
          <p:nvPr>
            <p:ph type="title"/>
          </p:nvPr>
        </p:nvSpPr>
        <p:spPr/>
        <p:txBody>
          <a:bodyPr/>
          <a:lstStyle/>
          <a:p>
            <a:r>
              <a:rPr lang="en-US" b="1" dirty="0"/>
              <a:t>AI Champions at EasyVista</a:t>
            </a:r>
            <a:br>
              <a:rPr lang="en-US" b="1" dirty="0"/>
            </a:br>
            <a:r>
              <a:rPr lang="en-US" dirty="0"/>
              <a:t>Expectations of a Champion</a:t>
            </a:r>
            <a:endParaRPr lang="en-US" b="1" dirty="0"/>
          </a:p>
        </p:txBody>
      </p:sp>
      <p:sp>
        <p:nvSpPr>
          <p:cNvPr id="7" name="Slide Number Placeholder 6">
            <a:extLst>
              <a:ext uri="{FF2B5EF4-FFF2-40B4-BE49-F238E27FC236}">
                <a16:creationId xmlns:a16="http://schemas.microsoft.com/office/drawing/2014/main" id="{EBB01629-862C-D8CD-BA3D-D1E44D5ED2A5}"/>
              </a:ext>
            </a:extLst>
          </p:cNvPr>
          <p:cNvSpPr>
            <a:spLocks noGrp="1"/>
          </p:cNvSpPr>
          <p:nvPr>
            <p:ph type="sldNum" sz="quarter" idx="12"/>
          </p:nvPr>
        </p:nvSpPr>
        <p:spPr/>
        <p:txBody>
          <a:bodyPr/>
          <a:lstStyle/>
          <a:p>
            <a:fld id="{1153F0DE-4B83-C442-BFAF-2E07D848C22E}" type="slidenum">
              <a:rPr lang="en-US" smtClean="0"/>
              <a:t>5</a:t>
            </a:fld>
            <a:endParaRPr lang="en-US"/>
          </a:p>
        </p:txBody>
      </p:sp>
      <p:sp>
        <p:nvSpPr>
          <p:cNvPr id="10" name="TextBox 9">
            <a:extLst>
              <a:ext uri="{FF2B5EF4-FFF2-40B4-BE49-F238E27FC236}">
                <a16:creationId xmlns:a16="http://schemas.microsoft.com/office/drawing/2014/main" id="{1D8E3CF9-F4B1-E176-3855-63A7C5F573D9}"/>
              </a:ext>
            </a:extLst>
          </p:cNvPr>
          <p:cNvSpPr txBox="1"/>
          <p:nvPr/>
        </p:nvSpPr>
        <p:spPr>
          <a:xfrm>
            <a:off x="4843367" y="2994743"/>
            <a:ext cx="6777609" cy="3094544"/>
          </a:xfrm>
          <a:prstGeom prst="rect">
            <a:avLst/>
          </a:prstGeom>
          <a:noFill/>
        </p:spPr>
        <p:txBody>
          <a:bodyPr wrap="square" lIns="0" tIns="0" rIns="0" bIns="0">
            <a:noAutofit/>
          </a:bodyPr>
          <a:lstStyle/>
          <a:p>
            <a:pPr marL="285750" indent="-285750">
              <a:buFont typeface="Wingdings" pitchFamily="2" charset="2"/>
              <a:buChar char="q"/>
            </a:pPr>
            <a:r>
              <a:rPr lang="en-US" dirty="0">
                <a:latin typeface="Arial Nova" panose="020B0504020202020204" pitchFamily="34" charset="0"/>
              </a:rPr>
              <a:t>Promote GitHub Copilot in team meetings, communications channels, and 1:1 conversations.</a:t>
            </a:r>
          </a:p>
          <a:p>
            <a:pPr marL="285750" indent="-285750">
              <a:buFont typeface="Wingdings" pitchFamily="2" charset="2"/>
              <a:buChar char="q"/>
            </a:pPr>
            <a:r>
              <a:rPr lang="en-US" dirty="0">
                <a:latin typeface="Arial Nova" panose="020B0504020202020204" pitchFamily="34" charset="0"/>
              </a:rPr>
              <a:t>Share tips, wins, and “aha” moments with your team and across the org.</a:t>
            </a:r>
          </a:p>
          <a:p>
            <a:pPr marL="285750" indent="-285750">
              <a:buFont typeface="Wingdings" pitchFamily="2" charset="2"/>
              <a:buChar char="q"/>
            </a:pPr>
            <a:r>
              <a:rPr lang="en-US" dirty="0">
                <a:latin typeface="Arial Nova" panose="020B0504020202020204" pitchFamily="34" charset="0"/>
              </a:rPr>
              <a:t>Help host weekly Office Hours meetings.</a:t>
            </a:r>
          </a:p>
          <a:p>
            <a:pPr marL="285750" indent="-285750">
              <a:buFont typeface="Wingdings" pitchFamily="2" charset="2"/>
              <a:buChar char="q"/>
            </a:pPr>
            <a:r>
              <a:rPr lang="en-US" dirty="0">
                <a:latin typeface="Arial Nova" panose="020B0504020202020204" pitchFamily="34" charset="0"/>
              </a:rPr>
              <a:t>Gather and relay feedback to leaders about what’s working / not.</a:t>
            </a:r>
          </a:p>
          <a:p>
            <a:pPr marL="285750" indent="-285750">
              <a:buFont typeface="Wingdings" pitchFamily="2" charset="2"/>
              <a:buChar char="q"/>
            </a:pPr>
            <a:r>
              <a:rPr lang="en-US" dirty="0">
                <a:latin typeface="Arial Nova" panose="020B0504020202020204" pitchFamily="34" charset="0"/>
              </a:rPr>
              <a:t>Optional: contribute to a prompt library, demo Copilot in a Town Hall, or help test new GenAI tools.</a:t>
            </a:r>
          </a:p>
          <a:p>
            <a:pPr marL="285750" indent="-285750">
              <a:buFont typeface="Wingdings" pitchFamily="2" charset="2"/>
              <a:buChar char="q"/>
            </a:pPr>
            <a:r>
              <a:rPr lang="en-US" dirty="0">
                <a:latin typeface="Arial Nova" panose="020B0504020202020204" pitchFamily="34" charset="0"/>
              </a:rPr>
              <a:t>Commitment: ~1 hour/week, flexible based on your schedule.</a:t>
            </a:r>
          </a:p>
        </p:txBody>
      </p:sp>
      <p:sp>
        <p:nvSpPr>
          <p:cNvPr id="11" name="Content Placeholder 2">
            <a:extLst>
              <a:ext uri="{FF2B5EF4-FFF2-40B4-BE49-F238E27FC236}">
                <a16:creationId xmlns:a16="http://schemas.microsoft.com/office/drawing/2014/main" id="{3D9C54BA-A686-5B42-0DA4-5F5FE5F89290}"/>
              </a:ext>
            </a:extLst>
          </p:cNvPr>
          <p:cNvSpPr txBox="1">
            <a:spLocks/>
          </p:cNvSpPr>
          <p:nvPr/>
        </p:nvSpPr>
        <p:spPr>
          <a:xfrm>
            <a:off x="325226" y="1702741"/>
            <a:ext cx="11295755" cy="941827"/>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latin typeface="Arial Nova" panose="020B0504020202020204" pitchFamily="34" charset="0"/>
              </a:rPr>
              <a:t>Champions are contributors, not just adopters. You’ll help create cultural momentum across R&amp;D, not manage user compliance. </a:t>
            </a:r>
          </a:p>
        </p:txBody>
      </p:sp>
      <p:sp>
        <p:nvSpPr>
          <p:cNvPr id="13" name="TextBox 12">
            <a:extLst>
              <a:ext uri="{FF2B5EF4-FFF2-40B4-BE49-F238E27FC236}">
                <a16:creationId xmlns:a16="http://schemas.microsoft.com/office/drawing/2014/main" id="{FF673FF2-3F4E-B96C-8E13-E4B27AC32519}"/>
              </a:ext>
            </a:extLst>
          </p:cNvPr>
          <p:cNvSpPr txBox="1"/>
          <p:nvPr/>
        </p:nvSpPr>
        <p:spPr>
          <a:xfrm>
            <a:off x="343332" y="2994743"/>
            <a:ext cx="3603974" cy="3189926"/>
          </a:xfrm>
          <a:prstGeom prst="rect">
            <a:avLst/>
          </a:prstGeom>
          <a:noFill/>
        </p:spPr>
        <p:txBody>
          <a:bodyPr wrap="square" lIns="0" tIns="0" rIns="0" bIns="0">
            <a:noAutofit/>
          </a:bodyPr>
          <a:lstStyle/>
          <a:p>
            <a:pPr marL="285750" indent="-285750">
              <a:buFont typeface="Arial" panose="020B0604020202020204" pitchFamily="34" charset="0"/>
              <a:buChar char="•"/>
            </a:pPr>
            <a:r>
              <a:rPr lang="en-US" dirty="0">
                <a:latin typeface="Arial Nova" panose="020B0504020202020204" pitchFamily="34" charset="0"/>
              </a:rPr>
              <a:t>You’re respected and trusted by your team.</a:t>
            </a:r>
          </a:p>
          <a:p>
            <a:pPr marL="285750" indent="-285750">
              <a:buFont typeface="Arial" panose="020B0604020202020204" pitchFamily="34" charset="0"/>
              <a:buChar char="•"/>
            </a:pPr>
            <a:r>
              <a:rPr lang="en-US" dirty="0">
                <a:latin typeface="Arial Nova" panose="020B0504020202020204" pitchFamily="34" charset="0"/>
              </a:rPr>
              <a:t>You’re curious about GenAI, even if not an expert.</a:t>
            </a:r>
          </a:p>
          <a:p>
            <a:pPr marL="285750" indent="-285750">
              <a:buFont typeface="Arial" panose="020B0604020202020204" pitchFamily="34" charset="0"/>
              <a:buChar char="•"/>
            </a:pPr>
            <a:r>
              <a:rPr lang="en-US" dirty="0">
                <a:latin typeface="Arial Nova" panose="020B0504020202020204" pitchFamily="34" charset="0"/>
              </a:rPr>
              <a:t>You enjoy helping others and sharing what you learn.</a:t>
            </a:r>
          </a:p>
          <a:p>
            <a:pPr marL="285750" indent="-285750">
              <a:buFont typeface="Arial" panose="020B0604020202020204" pitchFamily="34" charset="0"/>
              <a:buChar char="•"/>
            </a:pPr>
            <a:r>
              <a:rPr lang="en-US" dirty="0">
                <a:latin typeface="Arial Nova" panose="020B0504020202020204" pitchFamily="34" charset="0"/>
              </a:rPr>
              <a:t>You represent one of </a:t>
            </a:r>
            <a:r>
              <a:rPr lang="en-US" dirty="0" err="1">
                <a:latin typeface="Arial Nova" panose="020B0504020202020204" pitchFamily="34" charset="0"/>
              </a:rPr>
              <a:t>EasyVista’s</a:t>
            </a:r>
            <a:r>
              <a:rPr lang="en-US" dirty="0">
                <a:latin typeface="Arial Nova" panose="020B0504020202020204" pitchFamily="34" charset="0"/>
              </a:rPr>
              <a:t> many voices—ICs, leads, QA, infra, full-stack, backend, etc.</a:t>
            </a:r>
          </a:p>
          <a:p>
            <a:pPr marL="285750" indent="-285750">
              <a:buFont typeface="Arial" panose="020B0604020202020204" pitchFamily="34" charset="0"/>
              <a:buChar char="•"/>
            </a:pPr>
            <a:r>
              <a:rPr lang="en-US" dirty="0">
                <a:latin typeface="Arial Nova" panose="020B0504020202020204" pitchFamily="34" charset="0"/>
              </a:rPr>
              <a:t>You want to spend time to help us move faster, better, together.</a:t>
            </a:r>
          </a:p>
        </p:txBody>
      </p:sp>
      <p:sp>
        <p:nvSpPr>
          <p:cNvPr id="14" name="Content Placeholder 2">
            <a:extLst>
              <a:ext uri="{FF2B5EF4-FFF2-40B4-BE49-F238E27FC236}">
                <a16:creationId xmlns:a16="http://schemas.microsoft.com/office/drawing/2014/main" id="{667BF0E9-E16D-7E2D-04F6-90D0E70C8E22}"/>
              </a:ext>
            </a:extLst>
          </p:cNvPr>
          <p:cNvSpPr txBox="1">
            <a:spLocks/>
          </p:cNvSpPr>
          <p:nvPr/>
        </p:nvSpPr>
        <p:spPr>
          <a:xfrm>
            <a:off x="325226" y="2340477"/>
            <a:ext cx="3603976" cy="476217"/>
          </a:xfrm>
          <a:prstGeom prst="rect">
            <a:avLst/>
          </a:prstGeom>
          <a:solidFill>
            <a:srgbClr val="215F9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defPPr>
              <a:defRPr lang="en-PT"/>
            </a:defPPr>
            <a:lvl1pPr>
              <a:defRPr sz="1400" b="1">
                <a:solidFill>
                  <a:schemeClr val="bg1">
                    <a:lumMod val="95000"/>
                  </a:schemeClr>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dirty="0"/>
              <a:t>Why You’ve Been Invited</a:t>
            </a:r>
          </a:p>
        </p:txBody>
      </p:sp>
      <p:cxnSp>
        <p:nvCxnSpPr>
          <p:cNvPr id="15" name="Straight Connector 14">
            <a:extLst>
              <a:ext uri="{FF2B5EF4-FFF2-40B4-BE49-F238E27FC236}">
                <a16:creationId xmlns:a16="http://schemas.microsoft.com/office/drawing/2014/main" id="{0AFBEC51-C8C4-C4CE-F70A-951782CDD519}"/>
              </a:ext>
            </a:extLst>
          </p:cNvPr>
          <p:cNvCxnSpPr>
            <a:cxnSpLocks/>
          </p:cNvCxnSpPr>
          <p:nvPr/>
        </p:nvCxnSpPr>
        <p:spPr>
          <a:xfrm>
            <a:off x="4386285" y="2340477"/>
            <a:ext cx="0" cy="3786003"/>
          </a:xfrm>
          <a:prstGeom prst="line">
            <a:avLst/>
          </a:prstGeom>
        </p:spPr>
        <p:style>
          <a:lnRef idx="2">
            <a:schemeClr val="accent1"/>
          </a:lnRef>
          <a:fillRef idx="0">
            <a:schemeClr val="accent1"/>
          </a:fillRef>
          <a:effectRef idx="1">
            <a:schemeClr val="accent1"/>
          </a:effectRef>
          <a:fontRef idx="minor">
            <a:schemeClr val="tx1"/>
          </a:fontRef>
        </p:style>
      </p:cxnSp>
      <p:sp>
        <p:nvSpPr>
          <p:cNvPr id="16" name="Content Placeholder 2">
            <a:extLst>
              <a:ext uri="{FF2B5EF4-FFF2-40B4-BE49-F238E27FC236}">
                <a16:creationId xmlns:a16="http://schemas.microsoft.com/office/drawing/2014/main" id="{67D15073-BC97-99E6-7306-536B4BA354A7}"/>
              </a:ext>
            </a:extLst>
          </p:cNvPr>
          <p:cNvSpPr txBox="1">
            <a:spLocks/>
          </p:cNvSpPr>
          <p:nvPr/>
        </p:nvSpPr>
        <p:spPr>
          <a:xfrm>
            <a:off x="4825261" y="2340477"/>
            <a:ext cx="6777618" cy="476217"/>
          </a:xfrm>
          <a:prstGeom prst="rect">
            <a:avLst/>
          </a:prstGeom>
          <a:solidFill>
            <a:srgbClr val="215F9B"/>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tIns="91440" bIns="91440" rtlCol="0" anchor="ctr"/>
          <a:lstStyle>
            <a:defPPr>
              <a:defRPr lang="en-PT"/>
            </a:defPPr>
            <a:lvl1pPr>
              <a:defRPr sz="1400" b="1">
                <a:solidFill>
                  <a:schemeClr val="bg1">
                    <a:lumMod val="95000"/>
                  </a:schemeClr>
                </a:solidFill>
                <a:latin typeface="Arial" panose="020B0604020202020204" pitchFamily="34" charset="0"/>
                <a:cs typeface="Arial" panose="020B0604020202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a:t>What’s Expected of Champions</a:t>
            </a:r>
          </a:p>
        </p:txBody>
      </p:sp>
    </p:spTree>
    <p:extLst>
      <p:ext uri="{BB962C8B-B14F-4D97-AF65-F5344CB8AC3E}">
        <p14:creationId xmlns:p14="http://schemas.microsoft.com/office/powerpoint/2010/main" val="1176164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F7988-6BF0-40E4-72BC-68E8465AEC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9CCD9-A43A-50C0-FEFF-F7E4C9A033AF}"/>
              </a:ext>
            </a:extLst>
          </p:cNvPr>
          <p:cNvSpPr>
            <a:spLocks noGrp="1"/>
          </p:cNvSpPr>
          <p:nvPr>
            <p:ph type="title"/>
          </p:nvPr>
        </p:nvSpPr>
        <p:spPr/>
        <p:txBody>
          <a:bodyPr/>
          <a:lstStyle/>
          <a:p>
            <a:r>
              <a:rPr lang="en-US" b="1" dirty="0"/>
              <a:t>AI Champions at EasyVista</a:t>
            </a:r>
            <a:br>
              <a:rPr lang="en-US" b="1" dirty="0"/>
            </a:br>
            <a:r>
              <a:rPr lang="en-US" dirty="0"/>
              <a:t>How Champions Drive Impact</a:t>
            </a:r>
            <a:endParaRPr lang="en-US" b="1" dirty="0"/>
          </a:p>
        </p:txBody>
      </p:sp>
      <p:sp>
        <p:nvSpPr>
          <p:cNvPr id="7" name="Slide Number Placeholder 6">
            <a:extLst>
              <a:ext uri="{FF2B5EF4-FFF2-40B4-BE49-F238E27FC236}">
                <a16:creationId xmlns:a16="http://schemas.microsoft.com/office/drawing/2014/main" id="{8ECF25F3-9DCC-8098-CB2A-11B2EBB4B8AE}"/>
              </a:ext>
            </a:extLst>
          </p:cNvPr>
          <p:cNvSpPr>
            <a:spLocks noGrp="1"/>
          </p:cNvSpPr>
          <p:nvPr>
            <p:ph type="sldNum" sz="quarter" idx="12"/>
          </p:nvPr>
        </p:nvSpPr>
        <p:spPr/>
        <p:txBody>
          <a:bodyPr/>
          <a:lstStyle/>
          <a:p>
            <a:fld id="{1153F0DE-4B83-C442-BFAF-2E07D848C22E}" type="slidenum">
              <a:rPr lang="en-US" smtClean="0"/>
              <a:t>6</a:t>
            </a:fld>
            <a:endParaRPr lang="en-US"/>
          </a:p>
        </p:txBody>
      </p:sp>
      <p:sp>
        <p:nvSpPr>
          <p:cNvPr id="3" name="Content Placeholder 2">
            <a:extLst>
              <a:ext uri="{FF2B5EF4-FFF2-40B4-BE49-F238E27FC236}">
                <a16:creationId xmlns:a16="http://schemas.microsoft.com/office/drawing/2014/main" id="{F3E46C5B-3DB3-C7E0-6561-B4A5C0793E58}"/>
              </a:ext>
            </a:extLst>
          </p:cNvPr>
          <p:cNvSpPr txBox="1">
            <a:spLocks/>
          </p:cNvSpPr>
          <p:nvPr/>
        </p:nvSpPr>
        <p:spPr>
          <a:xfrm>
            <a:off x="435853" y="2334509"/>
            <a:ext cx="4311157" cy="941827"/>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Arial" panose="020B0604020202020204" pitchFamily="34" charset="0"/>
                <a:ea typeface="+mn-ea"/>
                <a:cs typeface="Arial" panose="020B0604020202020204" pitchFamily="34" charset="0"/>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000" dirty="0">
                <a:latin typeface="Arial Nova" panose="020B0504020202020204" pitchFamily="34" charset="0"/>
              </a:rPr>
              <a:t>This program isn’t just about tooling, it’s about our Engineering culture at EasyVista. Champions are how AI adoption actually scales.</a:t>
            </a:r>
          </a:p>
        </p:txBody>
      </p:sp>
      <p:grpSp>
        <p:nvGrpSpPr>
          <p:cNvPr id="4" name="Group 3">
            <a:extLst>
              <a:ext uri="{FF2B5EF4-FFF2-40B4-BE49-F238E27FC236}">
                <a16:creationId xmlns:a16="http://schemas.microsoft.com/office/drawing/2014/main" id="{CF598B96-75EB-F6F3-2983-89BBFAF75FF0}"/>
              </a:ext>
            </a:extLst>
          </p:cNvPr>
          <p:cNvGrpSpPr/>
          <p:nvPr/>
        </p:nvGrpSpPr>
        <p:grpSpPr>
          <a:xfrm>
            <a:off x="4971452" y="1245714"/>
            <a:ext cx="6627183" cy="5235670"/>
            <a:chOff x="3687754" y="1196310"/>
            <a:chExt cx="6627183" cy="5235670"/>
          </a:xfrm>
        </p:grpSpPr>
        <p:sp>
          <p:nvSpPr>
            <p:cNvPr id="5" name="Freeform 4">
              <a:extLst>
                <a:ext uri="{FF2B5EF4-FFF2-40B4-BE49-F238E27FC236}">
                  <a16:creationId xmlns:a16="http://schemas.microsoft.com/office/drawing/2014/main" id="{389645E1-BA39-81FD-5BB9-A64233E3FE71}"/>
                </a:ext>
              </a:extLst>
            </p:cNvPr>
            <p:cNvSpPr/>
            <p:nvPr/>
          </p:nvSpPr>
          <p:spPr>
            <a:xfrm>
              <a:off x="7547661" y="1288756"/>
              <a:ext cx="2294400" cy="1295128"/>
            </a:xfrm>
            <a:custGeom>
              <a:avLst/>
              <a:gdLst>
                <a:gd name="connsiteX0" fmla="*/ 0 w 1295128"/>
                <a:gd name="connsiteY0" fmla="*/ 0 h 1295128"/>
                <a:gd name="connsiteX1" fmla="*/ 1295128 w 1295128"/>
                <a:gd name="connsiteY1" fmla="*/ 0 h 1295128"/>
                <a:gd name="connsiteX2" fmla="*/ 1295128 w 1295128"/>
                <a:gd name="connsiteY2" fmla="*/ 1295128 h 1295128"/>
                <a:gd name="connsiteX3" fmla="*/ 0 w 1295128"/>
                <a:gd name="connsiteY3" fmla="*/ 1295128 h 1295128"/>
                <a:gd name="connsiteX4" fmla="*/ 0 w 1295128"/>
                <a:gd name="connsiteY4" fmla="*/ 0 h 1295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128" h="1295128">
                  <a:moveTo>
                    <a:pt x="0" y="0"/>
                  </a:moveTo>
                  <a:lnTo>
                    <a:pt x="1295128" y="0"/>
                  </a:lnTo>
                  <a:lnTo>
                    <a:pt x="1295128" y="1295128"/>
                  </a:lnTo>
                  <a:lnTo>
                    <a:pt x="0" y="129512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a:latin typeface="Arial Nova" panose="020B0504020202020204" pitchFamily="34" charset="0"/>
                </a:rPr>
                <a:t>More engineers using Copilot daily and getting real value from it</a:t>
              </a:r>
            </a:p>
          </p:txBody>
        </p:sp>
        <p:sp>
          <p:nvSpPr>
            <p:cNvPr id="6" name="Circular Arrow 5">
              <a:extLst>
                <a:ext uri="{FF2B5EF4-FFF2-40B4-BE49-F238E27FC236}">
                  <a16:creationId xmlns:a16="http://schemas.microsoft.com/office/drawing/2014/main" id="{7B4B751A-5A2C-D7EC-1E31-116CDF7D195D}"/>
                </a:ext>
              </a:extLst>
            </p:cNvPr>
            <p:cNvSpPr/>
            <p:nvPr/>
          </p:nvSpPr>
          <p:spPr>
            <a:xfrm>
              <a:off x="4570495" y="1196310"/>
              <a:ext cx="4861702" cy="4861702"/>
            </a:xfrm>
            <a:prstGeom prst="circularArrow">
              <a:avLst>
                <a:gd name="adj1" fmla="val 5195"/>
                <a:gd name="adj2" fmla="val 335514"/>
                <a:gd name="adj3" fmla="val 21294866"/>
                <a:gd name="adj4" fmla="val 19764816"/>
                <a:gd name="adj5" fmla="val 606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8" name="Freeform 7">
              <a:extLst>
                <a:ext uri="{FF2B5EF4-FFF2-40B4-BE49-F238E27FC236}">
                  <a16:creationId xmlns:a16="http://schemas.microsoft.com/office/drawing/2014/main" id="{97E9DB45-BF3F-62C9-1113-73A97EB95478}"/>
                </a:ext>
              </a:extLst>
            </p:cNvPr>
            <p:cNvSpPr/>
            <p:nvPr/>
          </p:nvSpPr>
          <p:spPr>
            <a:xfrm>
              <a:off x="7791097" y="3646225"/>
              <a:ext cx="2523840" cy="1295128"/>
            </a:xfrm>
            <a:custGeom>
              <a:avLst/>
              <a:gdLst>
                <a:gd name="connsiteX0" fmla="*/ 0 w 1295128"/>
                <a:gd name="connsiteY0" fmla="*/ 0 h 1295128"/>
                <a:gd name="connsiteX1" fmla="*/ 1295128 w 1295128"/>
                <a:gd name="connsiteY1" fmla="*/ 0 h 1295128"/>
                <a:gd name="connsiteX2" fmla="*/ 1295128 w 1295128"/>
                <a:gd name="connsiteY2" fmla="*/ 1295128 h 1295128"/>
                <a:gd name="connsiteX3" fmla="*/ 0 w 1295128"/>
                <a:gd name="connsiteY3" fmla="*/ 1295128 h 1295128"/>
                <a:gd name="connsiteX4" fmla="*/ 0 w 1295128"/>
                <a:gd name="connsiteY4" fmla="*/ 0 h 1295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128" h="1295128">
                  <a:moveTo>
                    <a:pt x="0" y="0"/>
                  </a:moveTo>
                  <a:lnTo>
                    <a:pt x="1295128" y="0"/>
                  </a:lnTo>
                  <a:lnTo>
                    <a:pt x="1295128" y="1295128"/>
                  </a:lnTo>
                  <a:lnTo>
                    <a:pt x="0" y="129512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a:latin typeface="Arial Nova" panose="020B0504020202020204" pitchFamily="34" charset="0"/>
                </a:rPr>
                <a:t>A culture where engineers help each other level up</a:t>
              </a:r>
              <a:br>
                <a:rPr lang="en-US" sz="1400" b="1" kern="1200">
                  <a:latin typeface="Arial Nova" panose="020B0504020202020204" pitchFamily="34" charset="0"/>
                </a:rPr>
              </a:br>
              <a:r>
                <a:rPr lang="en-US" sz="1400" b="1" kern="1200">
                  <a:latin typeface="Arial Nova" panose="020B0504020202020204" pitchFamily="34" charset="0"/>
                </a:rPr>
                <a:t>with GenAI</a:t>
              </a:r>
            </a:p>
          </p:txBody>
        </p:sp>
        <p:sp>
          <p:nvSpPr>
            <p:cNvPr id="9" name="Circular Arrow 8">
              <a:extLst>
                <a:ext uri="{FF2B5EF4-FFF2-40B4-BE49-F238E27FC236}">
                  <a16:creationId xmlns:a16="http://schemas.microsoft.com/office/drawing/2014/main" id="{A864E369-F0BD-B460-4AFC-DC1289C245B5}"/>
                </a:ext>
              </a:extLst>
            </p:cNvPr>
            <p:cNvSpPr/>
            <p:nvPr/>
          </p:nvSpPr>
          <p:spPr>
            <a:xfrm>
              <a:off x="4949675" y="1272566"/>
              <a:ext cx="4861702" cy="4861702"/>
            </a:xfrm>
            <a:prstGeom prst="circularArrow">
              <a:avLst>
                <a:gd name="adj1" fmla="val 5195"/>
                <a:gd name="adj2" fmla="val 335514"/>
                <a:gd name="adj3" fmla="val 4016381"/>
                <a:gd name="adj4" fmla="val 2251887"/>
                <a:gd name="adj5" fmla="val 606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0" name="Freeform 9">
              <a:extLst>
                <a:ext uri="{FF2B5EF4-FFF2-40B4-BE49-F238E27FC236}">
                  <a16:creationId xmlns:a16="http://schemas.microsoft.com/office/drawing/2014/main" id="{E1333587-363E-0E14-392B-B89D3C931726}"/>
                </a:ext>
              </a:extLst>
            </p:cNvPr>
            <p:cNvSpPr/>
            <p:nvPr/>
          </p:nvSpPr>
          <p:spPr>
            <a:xfrm>
              <a:off x="6053247" y="5136852"/>
              <a:ext cx="1896198" cy="1295128"/>
            </a:xfrm>
            <a:custGeom>
              <a:avLst/>
              <a:gdLst>
                <a:gd name="connsiteX0" fmla="*/ 0 w 1295128"/>
                <a:gd name="connsiteY0" fmla="*/ 0 h 1295128"/>
                <a:gd name="connsiteX1" fmla="*/ 1295128 w 1295128"/>
                <a:gd name="connsiteY1" fmla="*/ 0 h 1295128"/>
                <a:gd name="connsiteX2" fmla="*/ 1295128 w 1295128"/>
                <a:gd name="connsiteY2" fmla="*/ 1295128 h 1295128"/>
                <a:gd name="connsiteX3" fmla="*/ 0 w 1295128"/>
                <a:gd name="connsiteY3" fmla="*/ 1295128 h 1295128"/>
                <a:gd name="connsiteX4" fmla="*/ 0 w 1295128"/>
                <a:gd name="connsiteY4" fmla="*/ 0 h 1295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128" h="1295128">
                  <a:moveTo>
                    <a:pt x="0" y="0"/>
                  </a:moveTo>
                  <a:lnTo>
                    <a:pt x="1295128" y="0"/>
                  </a:lnTo>
                  <a:lnTo>
                    <a:pt x="1295128" y="1295128"/>
                  </a:lnTo>
                  <a:lnTo>
                    <a:pt x="0" y="129512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a:latin typeface="Arial Nova" panose="020B0504020202020204" pitchFamily="34" charset="0"/>
                </a:rPr>
                <a:t>Lower friction: fewer blockers, fewer skeptics, faster delivery</a:t>
              </a:r>
            </a:p>
          </p:txBody>
        </p:sp>
        <p:sp>
          <p:nvSpPr>
            <p:cNvPr id="11" name="Circular Arrow 10">
              <a:extLst>
                <a:ext uri="{FF2B5EF4-FFF2-40B4-BE49-F238E27FC236}">
                  <a16:creationId xmlns:a16="http://schemas.microsoft.com/office/drawing/2014/main" id="{A7BDCC56-E607-6EE9-20F4-833B708EEBD9}"/>
                </a:ext>
              </a:extLst>
            </p:cNvPr>
            <p:cNvSpPr/>
            <p:nvPr/>
          </p:nvSpPr>
          <p:spPr>
            <a:xfrm>
              <a:off x="4191315" y="1234438"/>
              <a:ext cx="4861702" cy="4861702"/>
            </a:xfrm>
            <a:prstGeom prst="circularArrow">
              <a:avLst>
                <a:gd name="adj1" fmla="val 5195"/>
                <a:gd name="adj2" fmla="val 335514"/>
                <a:gd name="adj3" fmla="val 8212599"/>
                <a:gd name="adj4" fmla="val 6448104"/>
                <a:gd name="adj5" fmla="val 606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2" name="Freeform 11">
              <a:extLst>
                <a:ext uri="{FF2B5EF4-FFF2-40B4-BE49-F238E27FC236}">
                  <a16:creationId xmlns:a16="http://schemas.microsoft.com/office/drawing/2014/main" id="{57F6E24B-28DA-A94B-CD8F-B9DC8BAA170A}"/>
                </a:ext>
              </a:extLst>
            </p:cNvPr>
            <p:cNvSpPr/>
            <p:nvPr/>
          </p:nvSpPr>
          <p:spPr>
            <a:xfrm>
              <a:off x="3687754" y="3646225"/>
              <a:ext cx="2523840" cy="1295128"/>
            </a:xfrm>
            <a:custGeom>
              <a:avLst/>
              <a:gdLst>
                <a:gd name="connsiteX0" fmla="*/ 0 w 1295128"/>
                <a:gd name="connsiteY0" fmla="*/ 0 h 1295128"/>
                <a:gd name="connsiteX1" fmla="*/ 1295128 w 1295128"/>
                <a:gd name="connsiteY1" fmla="*/ 0 h 1295128"/>
                <a:gd name="connsiteX2" fmla="*/ 1295128 w 1295128"/>
                <a:gd name="connsiteY2" fmla="*/ 1295128 h 1295128"/>
                <a:gd name="connsiteX3" fmla="*/ 0 w 1295128"/>
                <a:gd name="connsiteY3" fmla="*/ 1295128 h 1295128"/>
                <a:gd name="connsiteX4" fmla="*/ 0 w 1295128"/>
                <a:gd name="connsiteY4" fmla="*/ 0 h 1295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128" h="1295128">
                  <a:moveTo>
                    <a:pt x="0" y="0"/>
                  </a:moveTo>
                  <a:lnTo>
                    <a:pt x="1295128" y="0"/>
                  </a:lnTo>
                  <a:lnTo>
                    <a:pt x="1295128" y="1295128"/>
                  </a:lnTo>
                  <a:lnTo>
                    <a:pt x="0" y="129512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latin typeface="Arial Nova" panose="020B0504020202020204" pitchFamily="34" charset="0"/>
                </a:rPr>
                <a:t>Real stories and wins shared across the org, creating buzz and momentum</a:t>
              </a:r>
            </a:p>
          </p:txBody>
        </p:sp>
        <p:sp>
          <p:nvSpPr>
            <p:cNvPr id="13" name="Circular Arrow 12">
              <a:extLst>
                <a:ext uri="{FF2B5EF4-FFF2-40B4-BE49-F238E27FC236}">
                  <a16:creationId xmlns:a16="http://schemas.microsoft.com/office/drawing/2014/main" id="{45C0BBA0-73E0-9C03-E16A-CBFDB9D61443}"/>
                </a:ext>
              </a:extLst>
            </p:cNvPr>
            <p:cNvSpPr/>
            <p:nvPr/>
          </p:nvSpPr>
          <p:spPr>
            <a:xfrm>
              <a:off x="4570495" y="1196310"/>
              <a:ext cx="4861702" cy="4861702"/>
            </a:xfrm>
            <a:prstGeom prst="circularArrow">
              <a:avLst>
                <a:gd name="adj1" fmla="val 5195"/>
                <a:gd name="adj2" fmla="val 335514"/>
                <a:gd name="adj3" fmla="val 12299670"/>
                <a:gd name="adj4" fmla="val 10769620"/>
                <a:gd name="adj5" fmla="val 6060"/>
              </a:avLst>
            </a:prstGeom>
            <a:solidFill>
              <a:srgbClr val="215F9B"/>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4" name="Freeform 13">
              <a:extLst>
                <a:ext uri="{FF2B5EF4-FFF2-40B4-BE49-F238E27FC236}">
                  <a16:creationId xmlns:a16="http://schemas.microsoft.com/office/drawing/2014/main" id="{AA703DED-2F68-4F9B-F869-18831CBDE08A}"/>
                </a:ext>
              </a:extLst>
            </p:cNvPr>
            <p:cNvSpPr/>
            <p:nvPr/>
          </p:nvSpPr>
          <p:spPr>
            <a:xfrm>
              <a:off x="4070098" y="1288756"/>
              <a:ext cx="2294400" cy="1295128"/>
            </a:xfrm>
            <a:custGeom>
              <a:avLst/>
              <a:gdLst>
                <a:gd name="connsiteX0" fmla="*/ 0 w 1295128"/>
                <a:gd name="connsiteY0" fmla="*/ 0 h 1295128"/>
                <a:gd name="connsiteX1" fmla="*/ 1295128 w 1295128"/>
                <a:gd name="connsiteY1" fmla="*/ 0 h 1295128"/>
                <a:gd name="connsiteX2" fmla="*/ 1295128 w 1295128"/>
                <a:gd name="connsiteY2" fmla="*/ 1295128 h 1295128"/>
                <a:gd name="connsiteX3" fmla="*/ 0 w 1295128"/>
                <a:gd name="connsiteY3" fmla="*/ 1295128 h 1295128"/>
                <a:gd name="connsiteX4" fmla="*/ 0 w 1295128"/>
                <a:gd name="connsiteY4" fmla="*/ 0 h 12951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5128" h="1295128">
                  <a:moveTo>
                    <a:pt x="0" y="0"/>
                  </a:moveTo>
                  <a:lnTo>
                    <a:pt x="1295128" y="0"/>
                  </a:lnTo>
                  <a:lnTo>
                    <a:pt x="1295128" y="1295128"/>
                  </a:lnTo>
                  <a:lnTo>
                    <a:pt x="0" y="129512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a:latin typeface="Arial Nova" panose="020B0504020202020204" pitchFamily="34" charset="0"/>
                </a:rPr>
                <a:t>Feedback loops that make the rollout better, faster, and more adaptive</a:t>
              </a:r>
            </a:p>
          </p:txBody>
        </p:sp>
        <p:sp>
          <p:nvSpPr>
            <p:cNvPr id="15" name="Circular Arrow 14">
              <a:extLst>
                <a:ext uri="{FF2B5EF4-FFF2-40B4-BE49-F238E27FC236}">
                  <a16:creationId xmlns:a16="http://schemas.microsoft.com/office/drawing/2014/main" id="{AA908A07-E06B-2EA2-1A3E-F0941D59DFF4}"/>
                </a:ext>
              </a:extLst>
            </p:cNvPr>
            <p:cNvSpPr/>
            <p:nvPr/>
          </p:nvSpPr>
          <p:spPr>
            <a:xfrm>
              <a:off x="4570495" y="1196310"/>
              <a:ext cx="4861702" cy="4861702"/>
            </a:xfrm>
            <a:prstGeom prst="circularArrow">
              <a:avLst>
                <a:gd name="adj1" fmla="val 5195"/>
                <a:gd name="adj2" fmla="val 335514"/>
                <a:gd name="adj3" fmla="val 16867365"/>
                <a:gd name="adj4" fmla="val 15197121"/>
                <a:gd name="adj5" fmla="val 6060"/>
              </a:avLst>
            </a:prstGeom>
            <a:solidFill>
              <a:srgbClr val="215F9B"/>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grpSp>
      <p:pic>
        <p:nvPicPr>
          <p:cNvPr id="16" name="Picture 15" descr="Solutions ITSM et ITOM leaders sur le marché | EasyVista">
            <a:extLst>
              <a:ext uri="{FF2B5EF4-FFF2-40B4-BE49-F238E27FC236}">
                <a16:creationId xmlns:a16="http://schemas.microsoft.com/office/drawing/2014/main" id="{CCA46B97-2FCD-BC9C-ACA5-7D3910EBD9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81547" y="3546346"/>
            <a:ext cx="2239238" cy="298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872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E52B7-3954-B413-CE60-E9E9C727A3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28384-7427-5798-B450-6922FEB2373C}"/>
              </a:ext>
            </a:extLst>
          </p:cNvPr>
          <p:cNvSpPr>
            <a:spLocks noGrp="1"/>
          </p:cNvSpPr>
          <p:nvPr>
            <p:ph type="title"/>
          </p:nvPr>
        </p:nvSpPr>
        <p:spPr/>
        <p:txBody>
          <a:bodyPr/>
          <a:lstStyle/>
          <a:p>
            <a:r>
              <a:rPr lang="en-US" b="1" dirty="0"/>
              <a:t>AI Champions at EasyVista</a:t>
            </a:r>
            <a:br>
              <a:rPr lang="en-US" b="1" dirty="0"/>
            </a:br>
            <a:r>
              <a:rPr lang="en-US" dirty="0"/>
              <a:t>Ready To Be A Champion?</a:t>
            </a:r>
            <a:endParaRPr lang="en-US" b="1" dirty="0"/>
          </a:p>
        </p:txBody>
      </p:sp>
      <p:sp>
        <p:nvSpPr>
          <p:cNvPr id="7" name="Slide Number Placeholder 6">
            <a:extLst>
              <a:ext uri="{FF2B5EF4-FFF2-40B4-BE49-F238E27FC236}">
                <a16:creationId xmlns:a16="http://schemas.microsoft.com/office/drawing/2014/main" id="{8C88CCFA-785E-FA19-486D-7115F7073AA0}"/>
              </a:ext>
            </a:extLst>
          </p:cNvPr>
          <p:cNvSpPr>
            <a:spLocks noGrp="1"/>
          </p:cNvSpPr>
          <p:nvPr>
            <p:ph type="sldNum" sz="quarter" idx="12"/>
          </p:nvPr>
        </p:nvSpPr>
        <p:spPr/>
        <p:txBody>
          <a:bodyPr/>
          <a:lstStyle/>
          <a:p>
            <a:fld id="{1153F0DE-4B83-C442-BFAF-2E07D848C22E}" type="slidenum">
              <a:rPr lang="en-US" smtClean="0"/>
              <a:t>7</a:t>
            </a:fld>
            <a:endParaRPr lang="en-US"/>
          </a:p>
        </p:txBody>
      </p:sp>
      <p:sp>
        <p:nvSpPr>
          <p:cNvPr id="3" name="Text Placeholder 3">
            <a:extLst>
              <a:ext uri="{FF2B5EF4-FFF2-40B4-BE49-F238E27FC236}">
                <a16:creationId xmlns:a16="http://schemas.microsoft.com/office/drawing/2014/main" id="{25D41A5B-B561-56E4-27D1-1AB140E535BF}"/>
              </a:ext>
            </a:extLst>
          </p:cNvPr>
          <p:cNvSpPr txBox="1">
            <a:spLocks/>
          </p:cNvSpPr>
          <p:nvPr/>
        </p:nvSpPr>
        <p:spPr>
          <a:xfrm>
            <a:off x="836611" y="1965791"/>
            <a:ext cx="10668203" cy="415004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pPr>
            <a:r>
              <a:rPr lang="en-US" sz="2000" dirty="0"/>
              <a:t>You’re invited. No pressure. But if this resonates, we’d love to have you on the inside track.</a:t>
            </a:r>
          </a:p>
          <a:p>
            <a:pPr marL="171450" indent="-171450">
              <a:spcAft>
                <a:spcPts val="1200"/>
              </a:spcAft>
            </a:pPr>
            <a:r>
              <a:rPr lang="en-US" sz="2000" dirty="0"/>
              <a:t>This is an opt-in program. You’re not being assigned, you’re being invited.</a:t>
            </a:r>
          </a:p>
          <a:p>
            <a:pPr marL="171450" indent="-171450">
              <a:spcAft>
                <a:spcPts val="1200"/>
              </a:spcAft>
            </a:pPr>
            <a:r>
              <a:rPr lang="en-US" sz="2000" dirty="0"/>
              <a:t>The total time commitment is small, but the impact is meaningful and important to our future as a company.</a:t>
            </a:r>
          </a:p>
          <a:p>
            <a:pPr marL="171450" indent="-171450">
              <a:spcAft>
                <a:spcPts val="1200"/>
              </a:spcAft>
            </a:pPr>
            <a:r>
              <a:rPr lang="en-US" sz="2000" dirty="0"/>
              <a:t>If you’re curious, excited, or just want to shape how this works, please join us!</a:t>
            </a:r>
          </a:p>
          <a:p>
            <a:pPr>
              <a:spcAft>
                <a:spcPts val="1200"/>
              </a:spcAft>
            </a:pPr>
            <a:r>
              <a:rPr lang="en-US" sz="2000" dirty="0"/>
              <a:t>We’ll follow up with a short signup form. Kickoff call will be next week.</a:t>
            </a:r>
          </a:p>
        </p:txBody>
      </p:sp>
    </p:spTree>
    <p:extLst>
      <p:ext uri="{BB962C8B-B14F-4D97-AF65-F5344CB8AC3E}">
        <p14:creationId xmlns:p14="http://schemas.microsoft.com/office/powerpoint/2010/main" val="364453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0722E-17FC-AF00-04FD-63FC480F811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E23664-7E87-ED0C-B4E1-7EB01907D794}"/>
              </a:ext>
            </a:extLst>
          </p:cNvPr>
          <p:cNvSpPr/>
          <p:nvPr/>
        </p:nvSpPr>
        <p:spPr>
          <a:xfrm>
            <a:off x="1" y="0"/>
            <a:ext cx="6096000" cy="6341533"/>
          </a:xfrm>
          <a:prstGeom prst="rect">
            <a:avLst/>
          </a:prstGeom>
          <a:solidFill>
            <a:srgbClr val="215F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AF6BC18-C789-D063-B6D2-9A3AE3C98032}"/>
              </a:ext>
            </a:extLst>
          </p:cNvPr>
          <p:cNvSpPr>
            <a:spLocks noGrp="1"/>
          </p:cNvSpPr>
          <p:nvPr>
            <p:ph type="ctrTitle"/>
          </p:nvPr>
        </p:nvSpPr>
        <p:spPr>
          <a:xfrm>
            <a:off x="846992" y="1837592"/>
            <a:ext cx="4571675" cy="2387600"/>
          </a:xfrm>
        </p:spPr>
        <p:txBody>
          <a:bodyPr anchor="t"/>
          <a:lstStyle/>
          <a:p>
            <a:pPr algn="l"/>
            <a:r>
              <a:rPr lang="en-US" sz="3600" b="1" dirty="0">
                <a:solidFill>
                  <a:schemeClr val="bg1"/>
                </a:solidFill>
              </a:rPr>
              <a:t>Thank You</a:t>
            </a:r>
            <a:br>
              <a:rPr lang="en-US" sz="3600" b="1" dirty="0">
                <a:solidFill>
                  <a:schemeClr val="bg1"/>
                </a:solidFill>
              </a:rPr>
            </a:br>
            <a:br>
              <a:rPr lang="en-US" sz="3600" b="1" dirty="0">
                <a:solidFill>
                  <a:schemeClr val="bg1"/>
                </a:solidFill>
              </a:rPr>
            </a:br>
            <a:r>
              <a:rPr lang="en-US" sz="2000" b="1" dirty="0">
                <a:solidFill>
                  <a:schemeClr val="bg1"/>
                </a:solidFill>
              </a:rPr>
              <a:t>Please contact with questions:</a:t>
            </a:r>
            <a:br>
              <a:rPr lang="en-US" sz="2000" b="1" dirty="0">
                <a:solidFill>
                  <a:schemeClr val="bg1"/>
                </a:solidFill>
              </a:rPr>
            </a:br>
            <a:r>
              <a:rPr lang="en-US" sz="2000" dirty="0">
                <a:solidFill>
                  <a:schemeClr val="bg1"/>
                </a:solidFill>
              </a:rPr>
              <a:t>Henry Yelin</a:t>
            </a:r>
            <a:br>
              <a:rPr lang="en-US" sz="2000" b="1" dirty="0">
                <a:solidFill>
                  <a:schemeClr val="bg1"/>
                </a:solidFill>
              </a:rPr>
            </a:br>
            <a:r>
              <a:rPr lang="en-US" sz="2000" dirty="0">
                <a:solidFill>
                  <a:schemeClr val="bg1"/>
                </a:solidFill>
              </a:rPr>
              <a:t>henry@yelin.io</a:t>
            </a:r>
            <a:br>
              <a:rPr lang="en-US" sz="2000" dirty="0">
                <a:solidFill>
                  <a:schemeClr val="bg1"/>
                </a:solidFill>
              </a:rPr>
            </a:br>
            <a:r>
              <a:rPr lang="en-US" sz="2000" dirty="0">
                <a:solidFill>
                  <a:schemeClr val="bg1"/>
                </a:solidFill>
              </a:rPr>
              <a:t>FR +33 7 82 61 05 44</a:t>
            </a:r>
            <a:br>
              <a:rPr lang="en-US" sz="2000" dirty="0">
                <a:solidFill>
                  <a:schemeClr val="bg1"/>
                </a:solidFill>
              </a:rPr>
            </a:br>
            <a:r>
              <a:rPr lang="en-US" sz="2000" dirty="0">
                <a:solidFill>
                  <a:schemeClr val="bg1"/>
                </a:solidFill>
              </a:rPr>
              <a:t>US +01 847 254 3508</a:t>
            </a:r>
            <a:br>
              <a:rPr lang="en-US" sz="2000" dirty="0">
                <a:solidFill>
                  <a:schemeClr val="bg1"/>
                </a:solidFill>
              </a:rPr>
            </a:br>
            <a:endParaRPr lang="en-US" sz="2000" i="1" dirty="0">
              <a:solidFill>
                <a:schemeClr val="bg1"/>
              </a:solidFill>
            </a:endParaRPr>
          </a:p>
        </p:txBody>
      </p:sp>
      <p:sp>
        <p:nvSpPr>
          <p:cNvPr id="4" name="Slide Number Placeholder 3">
            <a:extLst>
              <a:ext uri="{FF2B5EF4-FFF2-40B4-BE49-F238E27FC236}">
                <a16:creationId xmlns:a16="http://schemas.microsoft.com/office/drawing/2014/main" id="{30586002-AB1D-F857-D9C4-1E804C8723FF}"/>
              </a:ext>
            </a:extLst>
          </p:cNvPr>
          <p:cNvSpPr>
            <a:spLocks noGrp="1"/>
          </p:cNvSpPr>
          <p:nvPr>
            <p:ph type="sldNum" sz="quarter" idx="12"/>
          </p:nvPr>
        </p:nvSpPr>
        <p:spPr/>
        <p:txBody>
          <a:bodyPr/>
          <a:lstStyle/>
          <a:p>
            <a:fld id="{1153F0DE-4B83-C442-BFAF-2E07D848C22E}" type="slidenum">
              <a:rPr lang="en-US" smtClean="0"/>
              <a:t>8</a:t>
            </a:fld>
            <a:endParaRPr lang="en-US"/>
          </a:p>
        </p:txBody>
      </p:sp>
      <p:pic>
        <p:nvPicPr>
          <p:cNvPr id="5" name="Picture 4" descr="Solutions ITSM et ITOM leaders sur le marché | EasyVista">
            <a:extLst>
              <a:ext uri="{FF2B5EF4-FFF2-40B4-BE49-F238E27FC236}">
                <a16:creationId xmlns:a16="http://schemas.microsoft.com/office/drawing/2014/main" id="{5D006E5A-56DE-1A21-EBA7-6AC4AEE861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33801" y="221255"/>
            <a:ext cx="2239238" cy="298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93920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6454</TotalTime>
  <Words>831</Words>
  <Application>Microsoft Macintosh PowerPoint</Application>
  <PresentationFormat>Widescreen</PresentationFormat>
  <Paragraphs>66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Arial Nova</vt:lpstr>
      <vt:lpstr>Wingdings</vt:lpstr>
      <vt:lpstr>Office Theme</vt:lpstr>
      <vt:lpstr>AI Champions </vt:lpstr>
      <vt:lpstr>AI Champions at EasyVista What is the Copilot Champions Program?</vt:lpstr>
      <vt:lpstr>AI Champions at EasyVista Why Join This Program?</vt:lpstr>
      <vt:lpstr>AI Champions at EasyVista Expectations of a Champion</vt:lpstr>
      <vt:lpstr>AI Champions at EasyVista Expectations of a Champion</vt:lpstr>
      <vt:lpstr>AI Champions at EasyVista How Champions Drive Impact</vt:lpstr>
      <vt:lpstr>AI Champions at EasyVista Ready To Be A Champion?</vt:lpstr>
      <vt:lpstr>Thank You  Please contact with questions: Henry Yelin henry@yelin.io FR +33 7 82 61 05 44 US +01 847 254 3508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Henry Yelin</dc:creator>
  <cp:lastModifiedBy>Henry Yelin</cp:lastModifiedBy>
  <cp:revision>6</cp:revision>
  <dcterms:created xsi:type="dcterms:W3CDTF">2025-04-17T03:23:11Z</dcterms:created>
  <dcterms:modified xsi:type="dcterms:W3CDTF">2026-01-06T13:25:01Z</dcterms:modified>
</cp:coreProperties>
</file>